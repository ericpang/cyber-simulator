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113" r:id="rId4"/>
    <p:sldMasterId id="2147484170" r:id="rId5"/>
  </p:sldMasterIdLst>
  <p:notesMasterIdLst>
    <p:notesMasterId r:id="rId12"/>
  </p:notesMasterIdLst>
  <p:handoutMasterIdLst>
    <p:handoutMasterId r:id="rId13"/>
  </p:handoutMasterIdLst>
  <p:sldIdLst>
    <p:sldId id="258" r:id="rId6"/>
    <p:sldId id="259" r:id="rId7"/>
    <p:sldId id="261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1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54237" autoAdjust="0"/>
  </p:normalViewPr>
  <p:slideViewPr>
    <p:cSldViewPr showGuides="1">
      <p:cViewPr varScale="1">
        <p:scale>
          <a:sx n="60" d="100"/>
          <a:sy n="60" d="100"/>
        </p:scale>
        <p:origin x="2550" y="6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1892"/>
    </p:cViewPr>
  </p:sorterViewPr>
  <p:notesViewPr>
    <p:cSldViewPr>
      <p:cViewPr varScale="1">
        <p:scale>
          <a:sx n="90" d="100"/>
          <a:sy n="90" d="100"/>
        </p:scale>
        <p:origin x="2920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handoutMaster" Target="handoutMasters/handoutMaster1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viewProps" Target="viewProps.xml"/><Relationship Id="rId10" Type="http://schemas.openxmlformats.org/officeDocument/2006/relationships/slide" Target="slides/slide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502A918-D3EF-4431-87C8-DFC23E8ADBBF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086A21BE-DDAC-45BD-9039-ED1FC92A1B30}">
      <dgm:prSet phldrT="[Text]" custT="1"/>
      <dgm:spPr/>
      <dgm:t>
        <a:bodyPr/>
        <a:lstStyle/>
        <a:p>
          <a:pPr>
            <a:buNone/>
          </a:pPr>
          <a:r>
            <a:rPr lang="en-SG" sz="1200" b="1" i="0" dirty="0">
              <a:latin typeface="Abadi" panose="020F0502020204030204" pitchFamily="34" charset="0"/>
            </a:rPr>
            <a:t>Baseline Operations</a:t>
          </a:r>
          <a:endParaRPr lang="en-SG" sz="1200" dirty="0">
            <a:latin typeface="Abadi" panose="020F0502020204030204" pitchFamily="34" charset="0"/>
          </a:endParaRPr>
        </a:p>
      </dgm:t>
    </dgm:pt>
    <dgm:pt modelId="{588C73A3-621F-40D7-ADEF-76C95869D3D2}" type="parTrans" cxnId="{0134146F-DD1F-47DF-863A-0704A5DAF746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F0421827-7167-44B1-8E06-0B0B65BBC75A}" type="sibTrans" cxnId="{0134146F-DD1F-47DF-863A-0704A5DAF746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DD53190A-5A68-472E-9BA2-E8E6A2D09881}">
      <dgm:prSet phldrT="[Text]" custT="1"/>
      <dgm:spPr/>
      <dgm:t>
        <a:bodyPr/>
        <a:lstStyle/>
        <a:p>
          <a:pPr>
            <a:buNone/>
          </a:pPr>
          <a:r>
            <a:rPr lang="en-SG" sz="1400" dirty="0">
              <a:latin typeface="Abadi" panose="020F0502020204030204" pitchFamily="34" charset="0"/>
            </a:rPr>
            <a:t>Identify &amp; Protect</a:t>
          </a:r>
        </a:p>
      </dgm:t>
    </dgm:pt>
    <dgm:pt modelId="{578CB6BA-C05D-4A16-A41E-05E9B6627A0E}" type="parTrans" cxnId="{99DA5961-9700-4453-92F0-63FCD6E79847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80B09C24-D0EC-44D8-8F33-D5A4E12BA028}" type="sibTrans" cxnId="{99DA5961-9700-4453-92F0-63FCD6E79847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1DE31A73-B2C3-4FAA-A66B-836996835B65}">
      <dgm:prSet phldrT="[Text]" custT="1"/>
      <dgm:spPr/>
      <dgm:t>
        <a:bodyPr/>
        <a:lstStyle/>
        <a:p>
          <a:pPr>
            <a:buNone/>
          </a:pPr>
          <a:r>
            <a:rPr lang="en-SG" sz="1200" b="1" i="0" dirty="0">
              <a:latin typeface="Abadi" panose="020F0502020204030204" pitchFamily="34" charset="0"/>
            </a:rPr>
            <a:t>Reconnaissance</a:t>
          </a:r>
          <a:endParaRPr lang="en-SG" sz="1200" dirty="0">
            <a:latin typeface="Abadi" panose="020F0502020204030204" pitchFamily="34" charset="0"/>
          </a:endParaRPr>
        </a:p>
      </dgm:t>
    </dgm:pt>
    <dgm:pt modelId="{F864E83E-E67C-4F62-81D3-6089CDF38835}" type="parTrans" cxnId="{5B78C1AA-50E2-4BED-862C-B607A9F06FBD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13AA0027-58E5-421F-9E53-EB2DC6293D62}" type="sibTrans" cxnId="{5B78C1AA-50E2-4BED-862C-B607A9F06FBD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E04DE78D-F4C9-44E7-930F-BF83B1295924}">
      <dgm:prSet phldrT="[Text]" phldr="0" custT="1"/>
      <dgm:spPr/>
      <dgm:t>
        <a:bodyPr/>
        <a:lstStyle/>
        <a:p>
          <a:r>
            <a:rPr lang="en-SG" sz="1400" dirty="0">
              <a:latin typeface="Abadi" panose="020F0502020204030204" pitchFamily="34" charset="0"/>
            </a:rPr>
            <a:t>Protect &amp; Detect</a:t>
          </a:r>
        </a:p>
      </dgm:t>
    </dgm:pt>
    <dgm:pt modelId="{493F7F9F-79B3-4941-8639-79F525404746}" type="parTrans" cxnId="{27196117-57F0-4D70-999D-7AFEFC02A2F6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89046754-E18D-4E52-AAE8-07536E988926}" type="sibTrans" cxnId="{27196117-57F0-4D70-999D-7AFEFC02A2F6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3DDB32F1-ACFA-4D86-8F69-C585FF9D2A73}">
      <dgm:prSet phldrT="[Text]" custT="1"/>
      <dgm:spPr/>
      <dgm:t>
        <a:bodyPr/>
        <a:lstStyle/>
        <a:p>
          <a:pPr>
            <a:buNone/>
          </a:pPr>
          <a:r>
            <a:rPr lang="en-SG" sz="1200" b="1" i="0" dirty="0">
              <a:latin typeface="Abadi" panose="020F0502020204030204" pitchFamily="34" charset="0"/>
            </a:rPr>
            <a:t>Exploitation</a:t>
          </a:r>
          <a:endParaRPr lang="en-SG" sz="1200" dirty="0">
            <a:latin typeface="Abadi" panose="020F0502020204030204" pitchFamily="34" charset="0"/>
          </a:endParaRPr>
        </a:p>
      </dgm:t>
    </dgm:pt>
    <dgm:pt modelId="{FD7346A8-AA2D-4739-9082-7C0338866EA1}" type="parTrans" cxnId="{EA783779-0DD2-407B-A0FD-D42B3E288248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2143977D-3B2C-4632-892D-64E9B560A6E1}" type="sibTrans" cxnId="{EA783779-0DD2-407B-A0FD-D42B3E288248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4BFC9332-240C-48D2-8C4A-C93D73B063F6}">
      <dgm:prSet phldrT="[Text]" phldr="0" custT="1"/>
      <dgm:spPr/>
      <dgm:t>
        <a:bodyPr/>
        <a:lstStyle/>
        <a:p>
          <a:r>
            <a:rPr lang="en-SG" sz="1400" dirty="0">
              <a:latin typeface="Abadi" panose="020F0502020204030204" pitchFamily="34" charset="0"/>
            </a:rPr>
            <a:t>Detect</a:t>
          </a:r>
        </a:p>
      </dgm:t>
    </dgm:pt>
    <dgm:pt modelId="{62F7C4B0-E48A-43F4-956D-7D62A5592848}" type="parTrans" cxnId="{9B2C7BBC-E876-41E4-A5AA-3371CA350063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45ECF3E0-C51E-452F-81EC-B2C1B1881EF9}" type="sibTrans" cxnId="{9B2C7BBC-E876-41E4-A5AA-3371CA350063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B954CDE9-AFCE-4D2D-8039-FCB2949AD7E5}">
      <dgm:prSet phldrT="[Text]" phldr="0" custT="1"/>
      <dgm:spPr/>
      <dgm:t>
        <a:bodyPr/>
        <a:lstStyle/>
        <a:p>
          <a:pPr>
            <a:buNone/>
          </a:pPr>
          <a:r>
            <a:rPr lang="en-SG" sz="1200" b="1" i="0" dirty="0">
              <a:latin typeface="Abadi" panose="020F0502020204030204" pitchFamily="34" charset="0"/>
            </a:rPr>
            <a:t>Autonomous </a:t>
          </a:r>
          <a:r>
            <a:rPr lang="en-SG" sz="1200" b="1" i="0" dirty="0" err="1">
              <a:latin typeface="Abadi" panose="020F0502020204030204" pitchFamily="34" charset="0"/>
            </a:rPr>
            <a:t>Defense</a:t>
          </a:r>
          <a:endParaRPr lang="en-SG" sz="1200" dirty="0">
            <a:latin typeface="Abadi" panose="020F0502020204030204" pitchFamily="34" charset="0"/>
          </a:endParaRPr>
        </a:p>
      </dgm:t>
    </dgm:pt>
    <dgm:pt modelId="{0F029148-DEA2-4AE7-A801-C20B8D3D21D8}" type="parTrans" cxnId="{B7B9976D-CFD7-4F32-9528-19E5669F5FDF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1EDD3342-B01C-4DFD-B712-230205BD8513}" type="sibTrans" cxnId="{B7B9976D-CFD7-4F32-9528-19E5669F5FDF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3DFE5597-9B82-4BD2-800B-0E3E69ED362B}">
      <dgm:prSet phldrT="[Text]" phldr="0" custT="1"/>
      <dgm:spPr/>
      <dgm:t>
        <a:bodyPr/>
        <a:lstStyle/>
        <a:p>
          <a:pPr>
            <a:buNone/>
          </a:pPr>
          <a:r>
            <a:rPr lang="en-SG" sz="1400">
              <a:latin typeface="Abadi" panose="020F0502020204030204" pitchFamily="34" charset="0"/>
            </a:rPr>
            <a:t>Respond</a:t>
          </a:r>
          <a:endParaRPr lang="en-SG" sz="1400" dirty="0">
            <a:latin typeface="Abadi" panose="020F0502020204030204" pitchFamily="34" charset="0"/>
          </a:endParaRPr>
        </a:p>
      </dgm:t>
    </dgm:pt>
    <dgm:pt modelId="{1C6E13A8-4F20-43B2-AA9F-B3EC7E839F64}" type="parTrans" cxnId="{16C32D15-9960-4B5B-8774-DEF97509746C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678DF173-7FE0-4509-90C7-9B5710B616B3}" type="sibTrans" cxnId="{16C32D15-9960-4B5B-8774-DEF97509746C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0BAF3A77-F0C5-4632-8E6B-59CB0D981EBD}">
      <dgm:prSet phldrT="[Text]" phldr="0" custT="1"/>
      <dgm:spPr/>
      <dgm:t>
        <a:bodyPr/>
        <a:lstStyle/>
        <a:p>
          <a:pPr>
            <a:buNone/>
          </a:pPr>
          <a:r>
            <a:rPr lang="en-SG" sz="1200" b="1" i="0" dirty="0">
              <a:latin typeface="Abadi" panose="020F0502020204030204" pitchFamily="34" charset="0"/>
            </a:rPr>
            <a:t>Sanitization &amp; Reset</a:t>
          </a:r>
          <a:endParaRPr lang="en-SG" sz="1200" dirty="0">
            <a:latin typeface="Abadi" panose="020F0502020204030204" pitchFamily="34" charset="0"/>
          </a:endParaRPr>
        </a:p>
      </dgm:t>
    </dgm:pt>
    <dgm:pt modelId="{44A0D78C-6981-41B8-B1A5-C25F9BD838BC}" type="parTrans" cxnId="{56587D5B-F6CD-47CF-A091-D77ACD166801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DA6F2B9E-2A6C-453D-8795-B0430BD72BD7}" type="sibTrans" cxnId="{56587D5B-F6CD-47CF-A091-D77ACD166801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1BABC065-25D4-4599-8AC7-DF26297A2792}">
      <dgm:prSet phldrT="[Text]" phldr="0" custT="1"/>
      <dgm:spPr/>
      <dgm:t>
        <a:bodyPr/>
        <a:lstStyle/>
        <a:p>
          <a:pPr>
            <a:buNone/>
          </a:pPr>
          <a:r>
            <a:rPr lang="en-SG" sz="1400">
              <a:latin typeface="Abadi" panose="020F0502020204030204" pitchFamily="34" charset="0"/>
            </a:rPr>
            <a:t>Recover</a:t>
          </a:r>
          <a:endParaRPr lang="en-SG" sz="1400" dirty="0">
            <a:latin typeface="Abadi" panose="020F0502020204030204" pitchFamily="34" charset="0"/>
          </a:endParaRPr>
        </a:p>
      </dgm:t>
    </dgm:pt>
    <dgm:pt modelId="{5C2DAC59-EAE9-420B-AFD8-DC83C11B4EBF}" type="parTrans" cxnId="{8A3F1FD1-5310-4656-97B5-31927DD4EA9A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F2480B1A-F894-432D-9A0C-CD9EE567BBE0}" type="sibTrans" cxnId="{8A3F1FD1-5310-4656-97B5-31927DD4EA9A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BE7B76E6-0708-4649-A4C5-E1E450319BC7}" type="pres">
      <dgm:prSet presAssocID="{D502A918-D3EF-4431-87C8-DFC23E8ADBBF}" presName="theList" presStyleCnt="0">
        <dgm:presLayoutVars>
          <dgm:dir/>
          <dgm:animLvl val="lvl"/>
          <dgm:resizeHandles val="exact"/>
        </dgm:presLayoutVars>
      </dgm:prSet>
      <dgm:spPr/>
    </dgm:pt>
    <dgm:pt modelId="{E8785E55-1989-48E6-8996-7284374ED062}" type="pres">
      <dgm:prSet presAssocID="{086A21BE-DDAC-45BD-9039-ED1FC92A1B30}" presName="compNode" presStyleCnt="0"/>
      <dgm:spPr/>
    </dgm:pt>
    <dgm:pt modelId="{BAD5BF40-DE29-4EB8-9C10-A88177BF468A}" type="pres">
      <dgm:prSet presAssocID="{086A21BE-DDAC-45BD-9039-ED1FC92A1B30}" presName="noGeometry" presStyleCnt="0"/>
      <dgm:spPr/>
    </dgm:pt>
    <dgm:pt modelId="{0CF77E54-2333-4B85-8123-966F047814F7}" type="pres">
      <dgm:prSet presAssocID="{086A21BE-DDAC-45BD-9039-ED1FC92A1B30}" presName="childTextVisible" presStyleLbl="bgAccFollowNode1" presStyleIdx="0" presStyleCnt="5">
        <dgm:presLayoutVars>
          <dgm:bulletEnabled val="1"/>
        </dgm:presLayoutVars>
      </dgm:prSet>
      <dgm:spPr/>
    </dgm:pt>
    <dgm:pt modelId="{899F151B-2CF2-446B-8FEA-B6869A6BE198}" type="pres">
      <dgm:prSet presAssocID="{086A21BE-DDAC-45BD-9039-ED1FC92A1B30}" presName="childTextHidden" presStyleLbl="bgAccFollowNode1" presStyleIdx="0" presStyleCnt="5"/>
      <dgm:spPr/>
    </dgm:pt>
    <dgm:pt modelId="{323C15C8-06E4-4696-AE4E-E5D2526E48F3}" type="pres">
      <dgm:prSet presAssocID="{086A21BE-DDAC-45BD-9039-ED1FC92A1B30}" presName="parentText" presStyleLbl="node1" presStyleIdx="0" presStyleCnt="5">
        <dgm:presLayoutVars>
          <dgm:chMax val="1"/>
          <dgm:bulletEnabled val="1"/>
        </dgm:presLayoutVars>
      </dgm:prSet>
      <dgm:spPr/>
    </dgm:pt>
    <dgm:pt modelId="{6BDDEE4E-14B3-47F4-A85D-7EAA23BE0155}" type="pres">
      <dgm:prSet presAssocID="{086A21BE-DDAC-45BD-9039-ED1FC92A1B30}" presName="aSpace" presStyleCnt="0"/>
      <dgm:spPr/>
    </dgm:pt>
    <dgm:pt modelId="{456AEDEF-7836-43E1-BDEF-42DC75FBBB5F}" type="pres">
      <dgm:prSet presAssocID="{1DE31A73-B2C3-4FAA-A66B-836996835B65}" presName="compNode" presStyleCnt="0"/>
      <dgm:spPr/>
    </dgm:pt>
    <dgm:pt modelId="{6896FE4C-452A-42D0-AEF6-06748E9764B6}" type="pres">
      <dgm:prSet presAssocID="{1DE31A73-B2C3-4FAA-A66B-836996835B65}" presName="noGeometry" presStyleCnt="0"/>
      <dgm:spPr/>
    </dgm:pt>
    <dgm:pt modelId="{9226C955-E9FB-4E6B-BA23-B838C0FF5D44}" type="pres">
      <dgm:prSet presAssocID="{1DE31A73-B2C3-4FAA-A66B-836996835B65}" presName="childTextVisible" presStyleLbl="bgAccFollowNode1" presStyleIdx="1" presStyleCnt="5">
        <dgm:presLayoutVars>
          <dgm:bulletEnabled val="1"/>
        </dgm:presLayoutVars>
      </dgm:prSet>
      <dgm:spPr/>
    </dgm:pt>
    <dgm:pt modelId="{13E7D2B4-F39C-43AC-AACD-31FB898A8618}" type="pres">
      <dgm:prSet presAssocID="{1DE31A73-B2C3-4FAA-A66B-836996835B65}" presName="childTextHidden" presStyleLbl="bgAccFollowNode1" presStyleIdx="1" presStyleCnt="5"/>
      <dgm:spPr/>
    </dgm:pt>
    <dgm:pt modelId="{CC666CCD-920A-45AE-AB1C-73CF0355C800}" type="pres">
      <dgm:prSet presAssocID="{1DE31A73-B2C3-4FAA-A66B-836996835B65}" presName="parentText" presStyleLbl="node1" presStyleIdx="1" presStyleCnt="5">
        <dgm:presLayoutVars>
          <dgm:chMax val="1"/>
          <dgm:bulletEnabled val="1"/>
        </dgm:presLayoutVars>
      </dgm:prSet>
      <dgm:spPr/>
    </dgm:pt>
    <dgm:pt modelId="{BC40A6C4-CA3A-4229-8548-14A953E7F849}" type="pres">
      <dgm:prSet presAssocID="{1DE31A73-B2C3-4FAA-A66B-836996835B65}" presName="aSpace" presStyleCnt="0"/>
      <dgm:spPr/>
    </dgm:pt>
    <dgm:pt modelId="{26EA2ABA-C497-4B17-8091-68E4525B7372}" type="pres">
      <dgm:prSet presAssocID="{3DDB32F1-ACFA-4D86-8F69-C585FF9D2A73}" presName="compNode" presStyleCnt="0"/>
      <dgm:spPr/>
    </dgm:pt>
    <dgm:pt modelId="{4858BC48-4C38-4FD3-BF87-7AFC9DB2BCFC}" type="pres">
      <dgm:prSet presAssocID="{3DDB32F1-ACFA-4D86-8F69-C585FF9D2A73}" presName="noGeometry" presStyleCnt="0"/>
      <dgm:spPr/>
    </dgm:pt>
    <dgm:pt modelId="{B6E492D9-CE1F-41AC-877D-DC60C0F38078}" type="pres">
      <dgm:prSet presAssocID="{3DDB32F1-ACFA-4D86-8F69-C585FF9D2A73}" presName="childTextVisible" presStyleLbl="bgAccFollowNode1" presStyleIdx="2" presStyleCnt="5">
        <dgm:presLayoutVars>
          <dgm:bulletEnabled val="1"/>
        </dgm:presLayoutVars>
      </dgm:prSet>
      <dgm:spPr/>
    </dgm:pt>
    <dgm:pt modelId="{079E728E-8A5C-41C6-8E9C-E7CBA2243C00}" type="pres">
      <dgm:prSet presAssocID="{3DDB32F1-ACFA-4D86-8F69-C585FF9D2A73}" presName="childTextHidden" presStyleLbl="bgAccFollowNode1" presStyleIdx="2" presStyleCnt="5"/>
      <dgm:spPr/>
    </dgm:pt>
    <dgm:pt modelId="{2B544A50-05E1-49AF-8AFF-B95C86B7B0A3}" type="pres">
      <dgm:prSet presAssocID="{3DDB32F1-ACFA-4D86-8F69-C585FF9D2A73}" presName="parentText" presStyleLbl="node1" presStyleIdx="2" presStyleCnt="5">
        <dgm:presLayoutVars>
          <dgm:chMax val="1"/>
          <dgm:bulletEnabled val="1"/>
        </dgm:presLayoutVars>
      </dgm:prSet>
      <dgm:spPr/>
    </dgm:pt>
    <dgm:pt modelId="{8A1864A0-19D3-42F5-82DE-536DC2246E21}" type="pres">
      <dgm:prSet presAssocID="{3DDB32F1-ACFA-4D86-8F69-C585FF9D2A73}" presName="aSpace" presStyleCnt="0"/>
      <dgm:spPr/>
    </dgm:pt>
    <dgm:pt modelId="{3AA1E0AD-6A18-4DEA-8440-1CFA9D68CE34}" type="pres">
      <dgm:prSet presAssocID="{B954CDE9-AFCE-4D2D-8039-FCB2949AD7E5}" presName="compNode" presStyleCnt="0"/>
      <dgm:spPr/>
    </dgm:pt>
    <dgm:pt modelId="{F41DC06E-9EDF-4B41-A8C8-17BC3825680D}" type="pres">
      <dgm:prSet presAssocID="{B954CDE9-AFCE-4D2D-8039-FCB2949AD7E5}" presName="noGeometry" presStyleCnt="0"/>
      <dgm:spPr/>
    </dgm:pt>
    <dgm:pt modelId="{9BC9C730-A31F-48D8-8321-502ABEBBC600}" type="pres">
      <dgm:prSet presAssocID="{B954CDE9-AFCE-4D2D-8039-FCB2949AD7E5}" presName="childTextVisible" presStyleLbl="bgAccFollowNode1" presStyleIdx="3" presStyleCnt="5">
        <dgm:presLayoutVars>
          <dgm:bulletEnabled val="1"/>
        </dgm:presLayoutVars>
      </dgm:prSet>
      <dgm:spPr/>
    </dgm:pt>
    <dgm:pt modelId="{60D1372B-E3BC-45C9-9741-28C6FFC548A2}" type="pres">
      <dgm:prSet presAssocID="{B954CDE9-AFCE-4D2D-8039-FCB2949AD7E5}" presName="childTextHidden" presStyleLbl="bgAccFollowNode1" presStyleIdx="3" presStyleCnt="5"/>
      <dgm:spPr/>
    </dgm:pt>
    <dgm:pt modelId="{F395FDF2-C74D-4F62-B6CE-18EC8180F38B}" type="pres">
      <dgm:prSet presAssocID="{B954CDE9-AFCE-4D2D-8039-FCB2949AD7E5}" presName="parentText" presStyleLbl="node1" presStyleIdx="3" presStyleCnt="5">
        <dgm:presLayoutVars>
          <dgm:chMax val="1"/>
          <dgm:bulletEnabled val="1"/>
        </dgm:presLayoutVars>
      </dgm:prSet>
      <dgm:spPr/>
    </dgm:pt>
    <dgm:pt modelId="{5CA267F8-C03E-4046-9406-14B026F1E6C5}" type="pres">
      <dgm:prSet presAssocID="{B954CDE9-AFCE-4D2D-8039-FCB2949AD7E5}" presName="aSpace" presStyleCnt="0"/>
      <dgm:spPr/>
    </dgm:pt>
    <dgm:pt modelId="{D99D19F6-726D-4749-9913-FBAD0DFB0BF0}" type="pres">
      <dgm:prSet presAssocID="{0BAF3A77-F0C5-4632-8E6B-59CB0D981EBD}" presName="compNode" presStyleCnt="0"/>
      <dgm:spPr/>
    </dgm:pt>
    <dgm:pt modelId="{45A5EA17-826C-4059-A20C-47809CEB4E49}" type="pres">
      <dgm:prSet presAssocID="{0BAF3A77-F0C5-4632-8E6B-59CB0D981EBD}" presName="noGeometry" presStyleCnt="0"/>
      <dgm:spPr/>
    </dgm:pt>
    <dgm:pt modelId="{7A323995-F663-4E92-95B9-E22A658674DB}" type="pres">
      <dgm:prSet presAssocID="{0BAF3A77-F0C5-4632-8E6B-59CB0D981EBD}" presName="childTextVisible" presStyleLbl="bgAccFollowNode1" presStyleIdx="4" presStyleCnt="5">
        <dgm:presLayoutVars>
          <dgm:bulletEnabled val="1"/>
        </dgm:presLayoutVars>
      </dgm:prSet>
      <dgm:spPr/>
    </dgm:pt>
    <dgm:pt modelId="{6D3C6714-3A12-4336-A871-80605023D150}" type="pres">
      <dgm:prSet presAssocID="{0BAF3A77-F0C5-4632-8E6B-59CB0D981EBD}" presName="childTextHidden" presStyleLbl="bgAccFollowNode1" presStyleIdx="4" presStyleCnt="5"/>
      <dgm:spPr/>
    </dgm:pt>
    <dgm:pt modelId="{B436B5D2-30B1-4391-9444-53A20921185E}" type="pres">
      <dgm:prSet presAssocID="{0BAF3A77-F0C5-4632-8E6B-59CB0D981EBD}" presName="parentText" presStyleLbl="node1" presStyleIdx="4" presStyleCnt="5">
        <dgm:presLayoutVars>
          <dgm:chMax val="1"/>
          <dgm:bulletEnabled val="1"/>
        </dgm:presLayoutVars>
      </dgm:prSet>
      <dgm:spPr/>
    </dgm:pt>
  </dgm:ptLst>
  <dgm:cxnLst>
    <dgm:cxn modelId="{16C32D15-9960-4B5B-8774-DEF97509746C}" srcId="{B954CDE9-AFCE-4D2D-8039-FCB2949AD7E5}" destId="{3DFE5597-9B82-4BD2-800B-0E3E69ED362B}" srcOrd="0" destOrd="0" parTransId="{1C6E13A8-4F20-43B2-AA9F-B3EC7E839F64}" sibTransId="{678DF173-7FE0-4509-90C7-9B5710B616B3}"/>
    <dgm:cxn modelId="{27196117-57F0-4D70-999D-7AFEFC02A2F6}" srcId="{1DE31A73-B2C3-4FAA-A66B-836996835B65}" destId="{E04DE78D-F4C9-44E7-930F-BF83B1295924}" srcOrd="0" destOrd="0" parTransId="{493F7F9F-79B3-4941-8639-79F525404746}" sibTransId="{89046754-E18D-4E52-AAE8-07536E988926}"/>
    <dgm:cxn modelId="{A87BC32D-547E-4D48-A7E3-5ADAA1267BD4}" type="presOf" srcId="{DD53190A-5A68-472E-9BA2-E8E6A2D09881}" destId="{899F151B-2CF2-446B-8FEA-B6869A6BE198}" srcOrd="1" destOrd="0" presId="urn:microsoft.com/office/officeart/2005/8/layout/hProcess6"/>
    <dgm:cxn modelId="{73CA0636-A61A-4DA0-A154-FED7E00CBAB7}" type="presOf" srcId="{D502A918-D3EF-4431-87C8-DFC23E8ADBBF}" destId="{BE7B76E6-0708-4649-A4C5-E1E450319BC7}" srcOrd="0" destOrd="0" presId="urn:microsoft.com/office/officeart/2005/8/layout/hProcess6"/>
    <dgm:cxn modelId="{56587D5B-F6CD-47CF-A091-D77ACD166801}" srcId="{D502A918-D3EF-4431-87C8-DFC23E8ADBBF}" destId="{0BAF3A77-F0C5-4632-8E6B-59CB0D981EBD}" srcOrd="4" destOrd="0" parTransId="{44A0D78C-6981-41B8-B1A5-C25F9BD838BC}" sibTransId="{DA6F2B9E-2A6C-453D-8795-B0430BD72BD7}"/>
    <dgm:cxn modelId="{1AEE445C-0933-446E-AF64-A4EF8CBE011D}" type="presOf" srcId="{DD53190A-5A68-472E-9BA2-E8E6A2D09881}" destId="{0CF77E54-2333-4B85-8123-966F047814F7}" srcOrd="0" destOrd="0" presId="urn:microsoft.com/office/officeart/2005/8/layout/hProcess6"/>
    <dgm:cxn modelId="{99DA5961-9700-4453-92F0-63FCD6E79847}" srcId="{086A21BE-DDAC-45BD-9039-ED1FC92A1B30}" destId="{DD53190A-5A68-472E-9BA2-E8E6A2D09881}" srcOrd="0" destOrd="0" parTransId="{578CB6BA-C05D-4A16-A41E-05E9B6627A0E}" sibTransId="{80B09C24-D0EC-44D8-8F33-D5A4E12BA028}"/>
    <dgm:cxn modelId="{0BCC9364-300B-46D5-A4D5-3479D382D752}" type="presOf" srcId="{3DDB32F1-ACFA-4D86-8F69-C585FF9D2A73}" destId="{2B544A50-05E1-49AF-8AFF-B95C86B7B0A3}" srcOrd="0" destOrd="0" presId="urn:microsoft.com/office/officeart/2005/8/layout/hProcess6"/>
    <dgm:cxn modelId="{DE2C1F45-661E-4D2A-965B-BB408E1214DA}" type="presOf" srcId="{4BFC9332-240C-48D2-8C4A-C93D73B063F6}" destId="{B6E492D9-CE1F-41AC-877D-DC60C0F38078}" srcOrd="0" destOrd="0" presId="urn:microsoft.com/office/officeart/2005/8/layout/hProcess6"/>
    <dgm:cxn modelId="{3C353667-6A6F-4549-A1D5-429F892ABF90}" type="presOf" srcId="{3DFE5597-9B82-4BD2-800B-0E3E69ED362B}" destId="{9BC9C730-A31F-48D8-8321-502ABEBBC600}" srcOrd="0" destOrd="0" presId="urn:microsoft.com/office/officeart/2005/8/layout/hProcess6"/>
    <dgm:cxn modelId="{68695747-3515-461E-8E0A-4A7F7F629AB3}" type="presOf" srcId="{E04DE78D-F4C9-44E7-930F-BF83B1295924}" destId="{13E7D2B4-F39C-43AC-AACD-31FB898A8618}" srcOrd="1" destOrd="0" presId="urn:microsoft.com/office/officeart/2005/8/layout/hProcess6"/>
    <dgm:cxn modelId="{3D0F3369-2B7B-4C77-BBAE-12930B829BB1}" type="presOf" srcId="{B954CDE9-AFCE-4D2D-8039-FCB2949AD7E5}" destId="{F395FDF2-C74D-4F62-B6CE-18EC8180F38B}" srcOrd="0" destOrd="0" presId="urn:microsoft.com/office/officeart/2005/8/layout/hProcess6"/>
    <dgm:cxn modelId="{E58F614C-D08D-4898-9047-1356D446CB5D}" type="presOf" srcId="{E04DE78D-F4C9-44E7-930F-BF83B1295924}" destId="{9226C955-E9FB-4E6B-BA23-B838C0FF5D44}" srcOrd="0" destOrd="0" presId="urn:microsoft.com/office/officeart/2005/8/layout/hProcess6"/>
    <dgm:cxn modelId="{FAA5554C-2595-458E-BFDA-1A637FA792A7}" type="presOf" srcId="{1BABC065-25D4-4599-8AC7-DF26297A2792}" destId="{7A323995-F663-4E92-95B9-E22A658674DB}" srcOrd="0" destOrd="0" presId="urn:microsoft.com/office/officeart/2005/8/layout/hProcess6"/>
    <dgm:cxn modelId="{B7B9976D-CFD7-4F32-9528-19E5669F5FDF}" srcId="{D502A918-D3EF-4431-87C8-DFC23E8ADBBF}" destId="{B954CDE9-AFCE-4D2D-8039-FCB2949AD7E5}" srcOrd="3" destOrd="0" parTransId="{0F029148-DEA2-4AE7-A801-C20B8D3D21D8}" sibTransId="{1EDD3342-B01C-4DFD-B712-230205BD8513}"/>
    <dgm:cxn modelId="{0134146F-DD1F-47DF-863A-0704A5DAF746}" srcId="{D502A918-D3EF-4431-87C8-DFC23E8ADBBF}" destId="{086A21BE-DDAC-45BD-9039-ED1FC92A1B30}" srcOrd="0" destOrd="0" parTransId="{588C73A3-621F-40D7-ADEF-76C95869D3D2}" sibTransId="{F0421827-7167-44B1-8E06-0B0B65BBC75A}"/>
    <dgm:cxn modelId="{12B42C75-15E0-427B-A390-151AF7ED44D1}" type="presOf" srcId="{1BABC065-25D4-4599-8AC7-DF26297A2792}" destId="{6D3C6714-3A12-4336-A871-80605023D150}" srcOrd="1" destOrd="0" presId="urn:microsoft.com/office/officeart/2005/8/layout/hProcess6"/>
    <dgm:cxn modelId="{EA783779-0DD2-407B-A0FD-D42B3E288248}" srcId="{D502A918-D3EF-4431-87C8-DFC23E8ADBBF}" destId="{3DDB32F1-ACFA-4D86-8F69-C585FF9D2A73}" srcOrd="2" destOrd="0" parTransId="{FD7346A8-AA2D-4739-9082-7C0338866EA1}" sibTransId="{2143977D-3B2C-4632-892D-64E9B560A6E1}"/>
    <dgm:cxn modelId="{0995B47D-644A-47A0-89F7-A98F442AFEFC}" type="presOf" srcId="{1DE31A73-B2C3-4FAA-A66B-836996835B65}" destId="{CC666CCD-920A-45AE-AB1C-73CF0355C800}" srcOrd="0" destOrd="0" presId="urn:microsoft.com/office/officeart/2005/8/layout/hProcess6"/>
    <dgm:cxn modelId="{67ADFB7D-53AF-4863-9F1E-1B1D0EF64168}" type="presOf" srcId="{4BFC9332-240C-48D2-8C4A-C93D73B063F6}" destId="{079E728E-8A5C-41C6-8E9C-E7CBA2243C00}" srcOrd="1" destOrd="0" presId="urn:microsoft.com/office/officeart/2005/8/layout/hProcess6"/>
    <dgm:cxn modelId="{660FCA9F-AB93-4E44-A741-4D61C83E14F2}" type="presOf" srcId="{3DFE5597-9B82-4BD2-800B-0E3E69ED362B}" destId="{60D1372B-E3BC-45C9-9741-28C6FFC548A2}" srcOrd="1" destOrd="0" presId="urn:microsoft.com/office/officeart/2005/8/layout/hProcess6"/>
    <dgm:cxn modelId="{0AEDBDA4-232B-486A-8D56-4A04F500BB01}" type="presOf" srcId="{0BAF3A77-F0C5-4632-8E6B-59CB0D981EBD}" destId="{B436B5D2-30B1-4391-9444-53A20921185E}" srcOrd="0" destOrd="0" presId="urn:microsoft.com/office/officeart/2005/8/layout/hProcess6"/>
    <dgm:cxn modelId="{5B78C1AA-50E2-4BED-862C-B607A9F06FBD}" srcId="{D502A918-D3EF-4431-87C8-DFC23E8ADBBF}" destId="{1DE31A73-B2C3-4FAA-A66B-836996835B65}" srcOrd="1" destOrd="0" parTransId="{F864E83E-E67C-4F62-81D3-6089CDF38835}" sibTransId="{13AA0027-58E5-421F-9E53-EB2DC6293D62}"/>
    <dgm:cxn modelId="{9B2C7BBC-E876-41E4-A5AA-3371CA350063}" srcId="{3DDB32F1-ACFA-4D86-8F69-C585FF9D2A73}" destId="{4BFC9332-240C-48D2-8C4A-C93D73B063F6}" srcOrd="0" destOrd="0" parTransId="{62F7C4B0-E48A-43F4-956D-7D62A5592848}" sibTransId="{45ECF3E0-C51E-452F-81EC-B2C1B1881EF9}"/>
    <dgm:cxn modelId="{8A3F1FD1-5310-4656-97B5-31927DD4EA9A}" srcId="{0BAF3A77-F0C5-4632-8E6B-59CB0D981EBD}" destId="{1BABC065-25D4-4599-8AC7-DF26297A2792}" srcOrd="0" destOrd="0" parTransId="{5C2DAC59-EAE9-420B-AFD8-DC83C11B4EBF}" sibTransId="{F2480B1A-F894-432D-9A0C-CD9EE567BBE0}"/>
    <dgm:cxn modelId="{6DA56DE2-A7D1-41F0-8D31-33C09553A291}" type="presOf" srcId="{086A21BE-DDAC-45BD-9039-ED1FC92A1B30}" destId="{323C15C8-06E4-4696-AE4E-E5D2526E48F3}" srcOrd="0" destOrd="0" presId="urn:microsoft.com/office/officeart/2005/8/layout/hProcess6"/>
    <dgm:cxn modelId="{B166B937-001B-439B-AD9D-F0D0EAC0F108}" type="presParOf" srcId="{BE7B76E6-0708-4649-A4C5-E1E450319BC7}" destId="{E8785E55-1989-48E6-8996-7284374ED062}" srcOrd="0" destOrd="0" presId="urn:microsoft.com/office/officeart/2005/8/layout/hProcess6"/>
    <dgm:cxn modelId="{AAC7B9EE-233C-42FC-8D17-D9162A498BA7}" type="presParOf" srcId="{E8785E55-1989-48E6-8996-7284374ED062}" destId="{BAD5BF40-DE29-4EB8-9C10-A88177BF468A}" srcOrd="0" destOrd="0" presId="urn:microsoft.com/office/officeart/2005/8/layout/hProcess6"/>
    <dgm:cxn modelId="{6B0E9A0A-7254-499B-A54B-6C09FCB5A512}" type="presParOf" srcId="{E8785E55-1989-48E6-8996-7284374ED062}" destId="{0CF77E54-2333-4B85-8123-966F047814F7}" srcOrd="1" destOrd="0" presId="urn:microsoft.com/office/officeart/2005/8/layout/hProcess6"/>
    <dgm:cxn modelId="{65F6F708-337F-41D7-9A6E-0C551DDDF558}" type="presParOf" srcId="{E8785E55-1989-48E6-8996-7284374ED062}" destId="{899F151B-2CF2-446B-8FEA-B6869A6BE198}" srcOrd="2" destOrd="0" presId="urn:microsoft.com/office/officeart/2005/8/layout/hProcess6"/>
    <dgm:cxn modelId="{505A88A1-B977-4322-AD6E-49FFDD1E56DD}" type="presParOf" srcId="{E8785E55-1989-48E6-8996-7284374ED062}" destId="{323C15C8-06E4-4696-AE4E-E5D2526E48F3}" srcOrd="3" destOrd="0" presId="urn:microsoft.com/office/officeart/2005/8/layout/hProcess6"/>
    <dgm:cxn modelId="{4369B199-71FD-48D5-B1F1-0662ED8F5A93}" type="presParOf" srcId="{BE7B76E6-0708-4649-A4C5-E1E450319BC7}" destId="{6BDDEE4E-14B3-47F4-A85D-7EAA23BE0155}" srcOrd="1" destOrd="0" presId="urn:microsoft.com/office/officeart/2005/8/layout/hProcess6"/>
    <dgm:cxn modelId="{C4DFCA1C-6A5C-4882-B0E6-A256E9A32760}" type="presParOf" srcId="{BE7B76E6-0708-4649-A4C5-E1E450319BC7}" destId="{456AEDEF-7836-43E1-BDEF-42DC75FBBB5F}" srcOrd="2" destOrd="0" presId="urn:microsoft.com/office/officeart/2005/8/layout/hProcess6"/>
    <dgm:cxn modelId="{24D27999-9A1B-4AC3-9293-816BEAE69783}" type="presParOf" srcId="{456AEDEF-7836-43E1-BDEF-42DC75FBBB5F}" destId="{6896FE4C-452A-42D0-AEF6-06748E9764B6}" srcOrd="0" destOrd="0" presId="urn:microsoft.com/office/officeart/2005/8/layout/hProcess6"/>
    <dgm:cxn modelId="{692222F8-325C-4CE2-8978-DD3B5163A380}" type="presParOf" srcId="{456AEDEF-7836-43E1-BDEF-42DC75FBBB5F}" destId="{9226C955-E9FB-4E6B-BA23-B838C0FF5D44}" srcOrd="1" destOrd="0" presId="urn:microsoft.com/office/officeart/2005/8/layout/hProcess6"/>
    <dgm:cxn modelId="{39C08958-BEB7-41C8-B827-B39CF126DC7D}" type="presParOf" srcId="{456AEDEF-7836-43E1-BDEF-42DC75FBBB5F}" destId="{13E7D2B4-F39C-43AC-AACD-31FB898A8618}" srcOrd="2" destOrd="0" presId="urn:microsoft.com/office/officeart/2005/8/layout/hProcess6"/>
    <dgm:cxn modelId="{AA9614F3-276D-41F6-B41D-B3A09B6DEC60}" type="presParOf" srcId="{456AEDEF-7836-43E1-BDEF-42DC75FBBB5F}" destId="{CC666CCD-920A-45AE-AB1C-73CF0355C800}" srcOrd="3" destOrd="0" presId="urn:microsoft.com/office/officeart/2005/8/layout/hProcess6"/>
    <dgm:cxn modelId="{79AD8F7A-566A-4DF0-99DB-D43457885B6C}" type="presParOf" srcId="{BE7B76E6-0708-4649-A4C5-E1E450319BC7}" destId="{BC40A6C4-CA3A-4229-8548-14A953E7F849}" srcOrd="3" destOrd="0" presId="urn:microsoft.com/office/officeart/2005/8/layout/hProcess6"/>
    <dgm:cxn modelId="{682CA4E3-3107-4285-A3C9-710C13B57FEE}" type="presParOf" srcId="{BE7B76E6-0708-4649-A4C5-E1E450319BC7}" destId="{26EA2ABA-C497-4B17-8091-68E4525B7372}" srcOrd="4" destOrd="0" presId="urn:microsoft.com/office/officeart/2005/8/layout/hProcess6"/>
    <dgm:cxn modelId="{93F9C0AB-4A9A-497A-94DB-30F815CA641D}" type="presParOf" srcId="{26EA2ABA-C497-4B17-8091-68E4525B7372}" destId="{4858BC48-4C38-4FD3-BF87-7AFC9DB2BCFC}" srcOrd="0" destOrd="0" presId="urn:microsoft.com/office/officeart/2005/8/layout/hProcess6"/>
    <dgm:cxn modelId="{9212142F-F347-4816-8BCF-640438B477E8}" type="presParOf" srcId="{26EA2ABA-C497-4B17-8091-68E4525B7372}" destId="{B6E492D9-CE1F-41AC-877D-DC60C0F38078}" srcOrd="1" destOrd="0" presId="urn:microsoft.com/office/officeart/2005/8/layout/hProcess6"/>
    <dgm:cxn modelId="{9E84B3C2-1AC2-41D1-A9A9-89CE797074DC}" type="presParOf" srcId="{26EA2ABA-C497-4B17-8091-68E4525B7372}" destId="{079E728E-8A5C-41C6-8E9C-E7CBA2243C00}" srcOrd="2" destOrd="0" presId="urn:microsoft.com/office/officeart/2005/8/layout/hProcess6"/>
    <dgm:cxn modelId="{B3577507-41D8-4ACE-BDEC-FFBAAF927311}" type="presParOf" srcId="{26EA2ABA-C497-4B17-8091-68E4525B7372}" destId="{2B544A50-05E1-49AF-8AFF-B95C86B7B0A3}" srcOrd="3" destOrd="0" presId="urn:microsoft.com/office/officeart/2005/8/layout/hProcess6"/>
    <dgm:cxn modelId="{DCDE77DC-F8F9-4CF6-B6F4-A38CD581B5BE}" type="presParOf" srcId="{BE7B76E6-0708-4649-A4C5-E1E450319BC7}" destId="{8A1864A0-19D3-42F5-82DE-536DC2246E21}" srcOrd="5" destOrd="0" presId="urn:microsoft.com/office/officeart/2005/8/layout/hProcess6"/>
    <dgm:cxn modelId="{D8DBEC4A-1031-43D9-A798-86C977752277}" type="presParOf" srcId="{BE7B76E6-0708-4649-A4C5-E1E450319BC7}" destId="{3AA1E0AD-6A18-4DEA-8440-1CFA9D68CE34}" srcOrd="6" destOrd="0" presId="urn:microsoft.com/office/officeart/2005/8/layout/hProcess6"/>
    <dgm:cxn modelId="{057CCD3A-9339-4391-A850-658561C006A6}" type="presParOf" srcId="{3AA1E0AD-6A18-4DEA-8440-1CFA9D68CE34}" destId="{F41DC06E-9EDF-4B41-A8C8-17BC3825680D}" srcOrd="0" destOrd="0" presId="urn:microsoft.com/office/officeart/2005/8/layout/hProcess6"/>
    <dgm:cxn modelId="{D6649879-BE08-4405-923C-6B13504761F3}" type="presParOf" srcId="{3AA1E0AD-6A18-4DEA-8440-1CFA9D68CE34}" destId="{9BC9C730-A31F-48D8-8321-502ABEBBC600}" srcOrd="1" destOrd="0" presId="urn:microsoft.com/office/officeart/2005/8/layout/hProcess6"/>
    <dgm:cxn modelId="{0E6809A3-E3A9-4A11-86C2-433C627B8807}" type="presParOf" srcId="{3AA1E0AD-6A18-4DEA-8440-1CFA9D68CE34}" destId="{60D1372B-E3BC-45C9-9741-28C6FFC548A2}" srcOrd="2" destOrd="0" presId="urn:microsoft.com/office/officeart/2005/8/layout/hProcess6"/>
    <dgm:cxn modelId="{D9BAE383-598D-4EC1-86F6-585ECE02FC7C}" type="presParOf" srcId="{3AA1E0AD-6A18-4DEA-8440-1CFA9D68CE34}" destId="{F395FDF2-C74D-4F62-B6CE-18EC8180F38B}" srcOrd="3" destOrd="0" presId="urn:microsoft.com/office/officeart/2005/8/layout/hProcess6"/>
    <dgm:cxn modelId="{1C82DFA5-D4B5-447F-A026-C8E52F8A2819}" type="presParOf" srcId="{BE7B76E6-0708-4649-A4C5-E1E450319BC7}" destId="{5CA267F8-C03E-4046-9406-14B026F1E6C5}" srcOrd="7" destOrd="0" presId="urn:microsoft.com/office/officeart/2005/8/layout/hProcess6"/>
    <dgm:cxn modelId="{CBECC4CB-32D2-4438-8BAA-B659B63A9B87}" type="presParOf" srcId="{BE7B76E6-0708-4649-A4C5-E1E450319BC7}" destId="{D99D19F6-726D-4749-9913-FBAD0DFB0BF0}" srcOrd="8" destOrd="0" presId="urn:microsoft.com/office/officeart/2005/8/layout/hProcess6"/>
    <dgm:cxn modelId="{B13F8A27-795C-4C40-A962-458C9F8769C3}" type="presParOf" srcId="{D99D19F6-726D-4749-9913-FBAD0DFB0BF0}" destId="{45A5EA17-826C-4059-A20C-47809CEB4E49}" srcOrd="0" destOrd="0" presId="urn:microsoft.com/office/officeart/2005/8/layout/hProcess6"/>
    <dgm:cxn modelId="{5A739A03-447C-4D7D-8053-C2811B5CEEEE}" type="presParOf" srcId="{D99D19F6-726D-4749-9913-FBAD0DFB0BF0}" destId="{7A323995-F663-4E92-95B9-E22A658674DB}" srcOrd="1" destOrd="0" presId="urn:microsoft.com/office/officeart/2005/8/layout/hProcess6"/>
    <dgm:cxn modelId="{66BD376A-E8AE-451C-93BF-F5B459466C4E}" type="presParOf" srcId="{D99D19F6-726D-4749-9913-FBAD0DFB0BF0}" destId="{6D3C6714-3A12-4336-A871-80605023D150}" srcOrd="2" destOrd="0" presId="urn:microsoft.com/office/officeart/2005/8/layout/hProcess6"/>
    <dgm:cxn modelId="{C43125E0-71AD-4207-846A-FE6457D4BED2}" type="presParOf" srcId="{D99D19F6-726D-4749-9913-FBAD0DFB0BF0}" destId="{B436B5D2-30B1-4391-9444-53A20921185E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502A918-D3EF-4431-87C8-DFC23E8ADBBF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086A21BE-DDAC-45BD-9039-ED1FC92A1B30}">
      <dgm:prSet phldrT="[Text]" custT="1"/>
      <dgm:spPr/>
      <dgm:t>
        <a:bodyPr/>
        <a:lstStyle/>
        <a:p>
          <a:pPr>
            <a:buNone/>
          </a:pPr>
          <a:r>
            <a:rPr lang="en-SG" sz="1200" b="1" i="0" dirty="0">
              <a:latin typeface="Abadi" panose="020F0502020204030204" pitchFamily="34" charset="0"/>
            </a:rPr>
            <a:t>Baseline Operations</a:t>
          </a:r>
          <a:endParaRPr lang="en-SG" sz="1200" dirty="0">
            <a:latin typeface="Abadi" panose="020F0502020204030204" pitchFamily="34" charset="0"/>
          </a:endParaRPr>
        </a:p>
      </dgm:t>
    </dgm:pt>
    <dgm:pt modelId="{588C73A3-621F-40D7-ADEF-76C95869D3D2}" type="parTrans" cxnId="{0134146F-DD1F-47DF-863A-0704A5DAF746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F0421827-7167-44B1-8E06-0B0B65BBC75A}" type="sibTrans" cxnId="{0134146F-DD1F-47DF-863A-0704A5DAF746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DD53190A-5A68-472E-9BA2-E8E6A2D09881}">
      <dgm:prSet phldrT="[Text]" custT="1"/>
      <dgm:spPr/>
      <dgm:t>
        <a:bodyPr/>
        <a:lstStyle/>
        <a:p>
          <a:pPr>
            <a:buNone/>
          </a:pPr>
          <a:r>
            <a:rPr lang="en-SG" sz="1400" dirty="0">
              <a:latin typeface="Abadi" panose="020F0502020204030204" pitchFamily="34" charset="0"/>
            </a:rPr>
            <a:t>Identify &amp; Protect</a:t>
          </a:r>
        </a:p>
      </dgm:t>
    </dgm:pt>
    <dgm:pt modelId="{578CB6BA-C05D-4A16-A41E-05E9B6627A0E}" type="parTrans" cxnId="{99DA5961-9700-4453-92F0-63FCD6E79847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80B09C24-D0EC-44D8-8F33-D5A4E12BA028}" type="sibTrans" cxnId="{99DA5961-9700-4453-92F0-63FCD6E79847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1DE31A73-B2C3-4FAA-A66B-836996835B65}">
      <dgm:prSet phldrT="[Text]" custT="1"/>
      <dgm:spPr/>
      <dgm:t>
        <a:bodyPr/>
        <a:lstStyle/>
        <a:p>
          <a:pPr>
            <a:buNone/>
          </a:pPr>
          <a:r>
            <a:rPr lang="en-SG" sz="1200" b="1" i="0" dirty="0">
              <a:latin typeface="Abadi" panose="020F0502020204030204" pitchFamily="34" charset="0"/>
            </a:rPr>
            <a:t>Reconnaissance</a:t>
          </a:r>
          <a:endParaRPr lang="en-SG" sz="1200" dirty="0">
            <a:latin typeface="Abadi" panose="020F0502020204030204" pitchFamily="34" charset="0"/>
          </a:endParaRPr>
        </a:p>
      </dgm:t>
    </dgm:pt>
    <dgm:pt modelId="{F864E83E-E67C-4F62-81D3-6089CDF38835}" type="parTrans" cxnId="{5B78C1AA-50E2-4BED-862C-B607A9F06FBD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13AA0027-58E5-421F-9E53-EB2DC6293D62}" type="sibTrans" cxnId="{5B78C1AA-50E2-4BED-862C-B607A9F06FBD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E04DE78D-F4C9-44E7-930F-BF83B1295924}">
      <dgm:prSet phldrT="[Text]" phldr="0" custT="1"/>
      <dgm:spPr/>
      <dgm:t>
        <a:bodyPr/>
        <a:lstStyle/>
        <a:p>
          <a:r>
            <a:rPr lang="en-SG" sz="1400" dirty="0">
              <a:latin typeface="Abadi" panose="020F0502020204030204" pitchFamily="34" charset="0"/>
            </a:rPr>
            <a:t>Protect &amp; Detect</a:t>
          </a:r>
        </a:p>
      </dgm:t>
    </dgm:pt>
    <dgm:pt modelId="{493F7F9F-79B3-4941-8639-79F525404746}" type="parTrans" cxnId="{27196117-57F0-4D70-999D-7AFEFC02A2F6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89046754-E18D-4E52-AAE8-07536E988926}" type="sibTrans" cxnId="{27196117-57F0-4D70-999D-7AFEFC02A2F6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3DDB32F1-ACFA-4D86-8F69-C585FF9D2A73}">
      <dgm:prSet phldrT="[Text]" custT="1"/>
      <dgm:spPr/>
      <dgm:t>
        <a:bodyPr/>
        <a:lstStyle/>
        <a:p>
          <a:pPr>
            <a:buNone/>
          </a:pPr>
          <a:r>
            <a:rPr lang="en-SG" sz="1200" b="1" i="0" dirty="0">
              <a:latin typeface="Abadi" panose="020F0502020204030204" pitchFamily="34" charset="0"/>
            </a:rPr>
            <a:t>Exploitation</a:t>
          </a:r>
          <a:endParaRPr lang="en-SG" sz="1200" dirty="0">
            <a:latin typeface="Abadi" panose="020F0502020204030204" pitchFamily="34" charset="0"/>
          </a:endParaRPr>
        </a:p>
      </dgm:t>
    </dgm:pt>
    <dgm:pt modelId="{FD7346A8-AA2D-4739-9082-7C0338866EA1}" type="parTrans" cxnId="{EA783779-0DD2-407B-A0FD-D42B3E288248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2143977D-3B2C-4632-892D-64E9B560A6E1}" type="sibTrans" cxnId="{EA783779-0DD2-407B-A0FD-D42B3E288248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4BFC9332-240C-48D2-8C4A-C93D73B063F6}">
      <dgm:prSet phldrT="[Text]" phldr="0" custT="1"/>
      <dgm:spPr/>
      <dgm:t>
        <a:bodyPr/>
        <a:lstStyle/>
        <a:p>
          <a:r>
            <a:rPr lang="en-SG" sz="1400" dirty="0">
              <a:latin typeface="Abadi" panose="020F0502020204030204" pitchFamily="34" charset="0"/>
            </a:rPr>
            <a:t>Detect</a:t>
          </a:r>
        </a:p>
      </dgm:t>
    </dgm:pt>
    <dgm:pt modelId="{62F7C4B0-E48A-43F4-956D-7D62A5592848}" type="parTrans" cxnId="{9B2C7BBC-E876-41E4-A5AA-3371CA350063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45ECF3E0-C51E-452F-81EC-B2C1B1881EF9}" type="sibTrans" cxnId="{9B2C7BBC-E876-41E4-A5AA-3371CA350063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B954CDE9-AFCE-4D2D-8039-FCB2949AD7E5}">
      <dgm:prSet phldrT="[Text]" phldr="0" custT="1"/>
      <dgm:spPr/>
      <dgm:t>
        <a:bodyPr/>
        <a:lstStyle/>
        <a:p>
          <a:pPr>
            <a:buNone/>
          </a:pPr>
          <a:r>
            <a:rPr lang="en-SG" sz="1200" b="1" i="0" dirty="0">
              <a:latin typeface="Abadi" panose="020F0502020204030204" pitchFamily="34" charset="0"/>
            </a:rPr>
            <a:t>Autonomous </a:t>
          </a:r>
          <a:r>
            <a:rPr lang="en-SG" sz="1200" b="1" i="0" dirty="0" err="1">
              <a:latin typeface="Abadi" panose="020F0502020204030204" pitchFamily="34" charset="0"/>
            </a:rPr>
            <a:t>Defense</a:t>
          </a:r>
          <a:endParaRPr lang="en-SG" sz="1200" dirty="0">
            <a:latin typeface="Abadi" panose="020F0502020204030204" pitchFamily="34" charset="0"/>
          </a:endParaRPr>
        </a:p>
      </dgm:t>
    </dgm:pt>
    <dgm:pt modelId="{0F029148-DEA2-4AE7-A801-C20B8D3D21D8}" type="parTrans" cxnId="{B7B9976D-CFD7-4F32-9528-19E5669F5FDF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1EDD3342-B01C-4DFD-B712-230205BD8513}" type="sibTrans" cxnId="{B7B9976D-CFD7-4F32-9528-19E5669F5FDF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3DFE5597-9B82-4BD2-800B-0E3E69ED362B}">
      <dgm:prSet phldrT="[Text]" phldr="0" custT="1"/>
      <dgm:spPr/>
      <dgm:t>
        <a:bodyPr/>
        <a:lstStyle/>
        <a:p>
          <a:pPr>
            <a:buNone/>
          </a:pPr>
          <a:r>
            <a:rPr lang="en-SG" sz="1400">
              <a:latin typeface="Abadi" panose="020F0502020204030204" pitchFamily="34" charset="0"/>
            </a:rPr>
            <a:t>Respond</a:t>
          </a:r>
          <a:endParaRPr lang="en-SG" sz="1400" dirty="0">
            <a:latin typeface="Abadi" panose="020F0502020204030204" pitchFamily="34" charset="0"/>
          </a:endParaRPr>
        </a:p>
      </dgm:t>
    </dgm:pt>
    <dgm:pt modelId="{1C6E13A8-4F20-43B2-AA9F-B3EC7E839F64}" type="parTrans" cxnId="{16C32D15-9960-4B5B-8774-DEF97509746C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678DF173-7FE0-4509-90C7-9B5710B616B3}" type="sibTrans" cxnId="{16C32D15-9960-4B5B-8774-DEF97509746C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0BAF3A77-F0C5-4632-8E6B-59CB0D981EBD}">
      <dgm:prSet phldrT="[Text]" phldr="0" custT="1"/>
      <dgm:spPr/>
      <dgm:t>
        <a:bodyPr/>
        <a:lstStyle/>
        <a:p>
          <a:pPr>
            <a:buNone/>
          </a:pPr>
          <a:r>
            <a:rPr lang="en-SG" sz="1200" b="1" i="0" dirty="0">
              <a:latin typeface="Abadi" panose="020F0502020204030204" pitchFamily="34" charset="0"/>
            </a:rPr>
            <a:t>Sanitization &amp; Reset</a:t>
          </a:r>
          <a:endParaRPr lang="en-SG" sz="1200" dirty="0">
            <a:latin typeface="Abadi" panose="020F0502020204030204" pitchFamily="34" charset="0"/>
          </a:endParaRPr>
        </a:p>
      </dgm:t>
    </dgm:pt>
    <dgm:pt modelId="{44A0D78C-6981-41B8-B1A5-C25F9BD838BC}" type="parTrans" cxnId="{56587D5B-F6CD-47CF-A091-D77ACD166801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DA6F2B9E-2A6C-453D-8795-B0430BD72BD7}" type="sibTrans" cxnId="{56587D5B-F6CD-47CF-A091-D77ACD166801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1BABC065-25D4-4599-8AC7-DF26297A2792}">
      <dgm:prSet phldrT="[Text]" phldr="0" custT="1"/>
      <dgm:spPr/>
      <dgm:t>
        <a:bodyPr/>
        <a:lstStyle/>
        <a:p>
          <a:pPr>
            <a:buNone/>
          </a:pPr>
          <a:r>
            <a:rPr lang="en-SG" sz="1400">
              <a:latin typeface="Abadi" panose="020F0502020204030204" pitchFamily="34" charset="0"/>
            </a:rPr>
            <a:t>Recover</a:t>
          </a:r>
          <a:endParaRPr lang="en-SG" sz="1400" dirty="0">
            <a:latin typeface="Abadi" panose="020F0502020204030204" pitchFamily="34" charset="0"/>
          </a:endParaRPr>
        </a:p>
      </dgm:t>
    </dgm:pt>
    <dgm:pt modelId="{5C2DAC59-EAE9-420B-AFD8-DC83C11B4EBF}" type="parTrans" cxnId="{8A3F1FD1-5310-4656-97B5-31927DD4EA9A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F2480B1A-F894-432D-9A0C-CD9EE567BBE0}" type="sibTrans" cxnId="{8A3F1FD1-5310-4656-97B5-31927DD4EA9A}">
      <dgm:prSet/>
      <dgm:spPr/>
      <dgm:t>
        <a:bodyPr/>
        <a:lstStyle/>
        <a:p>
          <a:endParaRPr lang="en-SG" sz="1400">
            <a:latin typeface="Abadi" panose="020F0502020204030204" pitchFamily="34" charset="0"/>
          </a:endParaRPr>
        </a:p>
      </dgm:t>
    </dgm:pt>
    <dgm:pt modelId="{BE7B76E6-0708-4649-A4C5-E1E450319BC7}" type="pres">
      <dgm:prSet presAssocID="{D502A918-D3EF-4431-87C8-DFC23E8ADBBF}" presName="theList" presStyleCnt="0">
        <dgm:presLayoutVars>
          <dgm:dir/>
          <dgm:animLvl val="lvl"/>
          <dgm:resizeHandles val="exact"/>
        </dgm:presLayoutVars>
      </dgm:prSet>
      <dgm:spPr/>
    </dgm:pt>
    <dgm:pt modelId="{E8785E55-1989-48E6-8996-7284374ED062}" type="pres">
      <dgm:prSet presAssocID="{086A21BE-DDAC-45BD-9039-ED1FC92A1B30}" presName="compNode" presStyleCnt="0"/>
      <dgm:spPr/>
    </dgm:pt>
    <dgm:pt modelId="{BAD5BF40-DE29-4EB8-9C10-A88177BF468A}" type="pres">
      <dgm:prSet presAssocID="{086A21BE-DDAC-45BD-9039-ED1FC92A1B30}" presName="noGeometry" presStyleCnt="0"/>
      <dgm:spPr/>
    </dgm:pt>
    <dgm:pt modelId="{0CF77E54-2333-4B85-8123-966F047814F7}" type="pres">
      <dgm:prSet presAssocID="{086A21BE-DDAC-45BD-9039-ED1FC92A1B30}" presName="childTextVisible" presStyleLbl="bgAccFollowNode1" presStyleIdx="0" presStyleCnt="5">
        <dgm:presLayoutVars>
          <dgm:bulletEnabled val="1"/>
        </dgm:presLayoutVars>
      </dgm:prSet>
      <dgm:spPr/>
    </dgm:pt>
    <dgm:pt modelId="{899F151B-2CF2-446B-8FEA-B6869A6BE198}" type="pres">
      <dgm:prSet presAssocID="{086A21BE-DDAC-45BD-9039-ED1FC92A1B30}" presName="childTextHidden" presStyleLbl="bgAccFollowNode1" presStyleIdx="0" presStyleCnt="5"/>
      <dgm:spPr/>
    </dgm:pt>
    <dgm:pt modelId="{323C15C8-06E4-4696-AE4E-E5D2526E48F3}" type="pres">
      <dgm:prSet presAssocID="{086A21BE-DDAC-45BD-9039-ED1FC92A1B30}" presName="parentText" presStyleLbl="node1" presStyleIdx="0" presStyleCnt="5">
        <dgm:presLayoutVars>
          <dgm:chMax val="1"/>
          <dgm:bulletEnabled val="1"/>
        </dgm:presLayoutVars>
      </dgm:prSet>
      <dgm:spPr/>
    </dgm:pt>
    <dgm:pt modelId="{6BDDEE4E-14B3-47F4-A85D-7EAA23BE0155}" type="pres">
      <dgm:prSet presAssocID="{086A21BE-DDAC-45BD-9039-ED1FC92A1B30}" presName="aSpace" presStyleCnt="0"/>
      <dgm:spPr/>
    </dgm:pt>
    <dgm:pt modelId="{456AEDEF-7836-43E1-BDEF-42DC75FBBB5F}" type="pres">
      <dgm:prSet presAssocID="{1DE31A73-B2C3-4FAA-A66B-836996835B65}" presName="compNode" presStyleCnt="0"/>
      <dgm:spPr/>
    </dgm:pt>
    <dgm:pt modelId="{6896FE4C-452A-42D0-AEF6-06748E9764B6}" type="pres">
      <dgm:prSet presAssocID="{1DE31A73-B2C3-4FAA-A66B-836996835B65}" presName="noGeometry" presStyleCnt="0"/>
      <dgm:spPr/>
    </dgm:pt>
    <dgm:pt modelId="{9226C955-E9FB-4E6B-BA23-B838C0FF5D44}" type="pres">
      <dgm:prSet presAssocID="{1DE31A73-B2C3-4FAA-A66B-836996835B65}" presName="childTextVisible" presStyleLbl="bgAccFollowNode1" presStyleIdx="1" presStyleCnt="5">
        <dgm:presLayoutVars>
          <dgm:bulletEnabled val="1"/>
        </dgm:presLayoutVars>
      </dgm:prSet>
      <dgm:spPr/>
    </dgm:pt>
    <dgm:pt modelId="{13E7D2B4-F39C-43AC-AACD-31FB898A8618}" type="pres">
      <dgm:prSet presAssocID="{1DE31A73-B2C3-4FAA-A66B-836996835B65}" presName="childTextHidden" presStyleLbl="bgAccFollowNode1" presStyleIdx="1" presStyleCnt="5"/>
      <dgm:spPr/>
    </dgm:pt>
    <dgm:pt modelId="{CC666CCD-920A-45AE-AB1C-73CF0355C800}" type="pres">
      <dgm:prSet presAssocID="{1DE31A73-B2C3-4FAA-A66B-836996835B65}" presName="parentText" presStyleLbl="node1" presStyleIdx="1" presStyleCnt="5">
        <dgm:presLayoutVars>
          <dgm:chMax val="1"/>
          <dgm:bulletEnabled val="1"/>
        </dgm:presLayoutVars>
      </dgm:prSet>
      <dgm:spPr/>
    </dgm:pt>
    <dgm:pt modelId="{BC40A6C4-CA3A-4229-8548-14A953E7F849}" type="pres">
      <dgm:prSet presAssocID="{1DE31A73-B2C3-4FAA-A66B-836996835B65}" presName="aSpace" presStyleCnt="0"/>
      <dgm:spPr/>
    </dgm:pt>
    <dgm:pt modelId="{26EA2ABA-C497-4B17-8091-68E4525B7372}" type="pres">
      <dgm:prSet presAssocID="{3DDB32F1-ACFA-4D86-8F69-C585FF9D2A73}" presName="compNode" presStyleCnt="0"/>
      <dgm:spPr/>
    </dgm:pt>
    <dgm:pt modelId="{4858BC48-4C38-4FD3-BF87-7AFC9DB2BCFC}" type="pres">
      <dgm:prSet presAssocID="{3DDB32F1-ACFA-4D86-8F69-C585FF9D2A73}" presName="noGeometry" presStyleCnt="0"/>
      <dgm:spPr/>
    </dgm:pt>
    <dgm:pt modelId="{B6E492D9-CE1F-41AC-877D-DC60C0F38078}" type="pres">
      <dgm:prSet presAssocID="{3DDB32F1-ACFA-4D86-8F69-C585FF9D2A73}" presName="childTextVisible" presStyleLbl="bgAccFollowNode1" presStyleIdx="2" presStyleCnt="5">
        <dgm:presLayoutVars>
          <dgm:bulletEnabled val="1"/>
        </dgm:presLayoutVars>
      </dgm:prSet>
      <dgm:spPr/>
    </dgm:pt>
    <dgm:pt modelId="{079E728E-8A5C-41C6-8E9C-E7CBA2243C00}" type="pres">
      <dgm:prSet presAssocID="{3DDB32F1-ACFA-4D86-8F69-C585FF9D2A73}" presName="childTextHidden" presStyleLbl="bgAccFollowNode1" presStyleIdx="2" presStyleCnt="5"/>
      <dgm:spPr/>
    </dgm:pt>
    <dgm:pt modelId="{2B544A50-05E1-49AF-8AFF-B95C86B7B0A3}" type="pres">
      <dgm:prSet presAssocID="{3DDB32F1-ACFA-4D86-8F69-C585FF9D2A73}" presName="parentText" presStyleLbl="node1" presStyleIdx="2" presStyleCnt="5">
        <dgm:presLayoutVars>
          <dgm:chMax val="1"/>
          <dgm:bulletEnabled val="1"/>
        </dgm:presLayoutVars>
      </dgm:prSet>
      <dgm:spPr/>
    </dgm:pt>
    <dgm:pt modelId="{8A1864A0-19D3-42F5-82DE-536DC2246E21}" type="pres">
      <dgm:prSet presAssocID="{3DDB32F1-ACFA-4D86-8F69-C585FF9D2A73}" presName="aSpace" presStyleCnt="0"/>
      <dgm:spPr/>
    </dgm:pt>
    <dgm:pt modelId="{3AA1E0AD-6A18-4DEA-8440-1CFA9D68CE34}" type="pres">
      <dgm:prSet presAssocID="{B954CDE9-AFCE-4D2D-8039-FCB2949AD7E5}" presName="compNode" presStyleCnt="0"/>
      <dgm:spPr/>
    </dgm:pt>
    <dgm:pt modelId="{F41DC06E-9EDF-4B41-A8C8-17BC3825680D}" type="pres">
      <dgm:prSet presAssocID="{B954CDE9-AFCE-4D2D-8039-FCB2949AD7E5}" presName="noGeometry" presStyleCnt="0"/>
      <dgm:spPr/>
    </dgm:pt>
    <dgm:pt modelId="{9BC9C730-A31F-48D8-8321-502ABEBBC600}" type="pres">
      <dgm:prSet presAssocID="{B954CDE9-AFCE-4D2D-8039-FCB2949AD7E5}" presName="childTextVisible" presStyleLbl="bgAccFollowNode1" presStyleIdx="3" presStyleCnt="5">
        <dgm:presLayoutVars>
          <dgm:bulletEnabled val="1"/>
        </dgm:presLayoutVars>
      </dgm:prSet>
      <dgm:spPr/>
    </dgm:pt>
    <dgm:pt modelId="{60D1372B-E3BC-45C9-9741-28C6FFC548A2}" type="pres">
      <dgm:prSet presAssocID="{B954CDE9-AFCE-4D2D-8039-FCB2949AD7E5}" presName="childTextHidden" presStyleLbl="bgAccFollowNode1" presStyleIdx="3" presStyleCnt="5"/>
      <dgm:spPr/>
    </dgm:pt>
    <dgm:pt modelId="{F395FDF2-C74D-4F62-B6CE-18EC8180F38B}" type="pres">
      <dgm:prSet presAssocID="{B954CDE9-AFCE-4D2D-8039-FCB2949AD7E5}" presName="parentText" presStyleLbl="node1" presStyleIdx="3" presStyleCnt="5">
        <dgm:presLayoutVars>
          <dgm:chMax val="1"/>
          <dgm:bulletEnabled val="1"/>
        </dgm:presLayoutVars>
      </dgm:prSet>
      <dgm:spPr/>
    </dgm:pt>
    <dgm:pt modelId="{5CA267F8-C03E-4046-9406-14B026F1E6C5}" type="pres">
      <dgm:prSet presAssocID="{B954CDE9-AFCE-4D2D-8039-FCB2949AD7E5}" presName="aSpace" presStyleCnt="0"/>
      <dgm:spPr/>
    </dgm:pt>
    <dgm:pt modelId="{D99D19F6-726D-4749-9913-FBAD0DFB0BF0}" type="pres">
      <dgm:prSet presAssocID="{0BAF3A77-F0C5-4632-8E6B-59CB0D981EBD}" presName="compNode" presStyleCnt="0"/>
      <dgm:spPr/>
    </dgm:pt>
    <dgm:pt modelId="{45A5EA17-826C-4059-A20C-47809CEB4E49}" type="pres">
      <dgm:prSet presAssocID="{0BAF3A77-F0C5-4632-8E6B-59CB0D981EBD}" presName="noGeometry" presStyleCnt="0"/>
      <dgm:spPr/>
    </dgm:pt>
    <dgm:pt modelId="{7A323995-F663-4E92-95B9-E22A658674DB}" type="pres">
      <dgm:prSet presAssocID="{0BAF3A77-F0C5-4632-8E6B-59CB0D981EBD}" presName="childTextVisible" presStyleLbl="bgAccFollowNode1" presStyleIdx="4" presStyleCnt="5">
        <dgm:presLayoutVars>
          <dgm:bulletEnabled val="1"/>
        </dgm:presLayoutVars>
      </dgm:prSet>
      <dgm:spPr/>
    </dgm:pt>
    <dgm:pt modelId="{6D3C6714-3A12-4336-A871-80605023D150}" type="pres">
      <dgm:prSet presAssocID="{0BAF3A77-F0C5-4632-8E6B-59CB0D981EBD}" presName="childTextHidden" presStyleLbl="bgAccFollowNode1" presStyleIdx="4" presStyleCnt="5"/>
      <dgm:spPr/>
    </dgm:pt>
    <dgm:pt modelId="{B436B5D2-30B1-4391-9444-53A20921185E}" type="pres">
      <dgm:prSet presAssocID="{0BAF3A77-F0C5-4632-8E6B-59CB0D981EBD}" presName="parentText" presStyleLbl="node1" presStyleIdx="4" presStyleCnt="5">
        <dgm:presLayoutVars>
          <dgm:chMax val="1"/>
          <dgm:bulletEnabled val="1"/>
        </dgm:presLayoutVars>
      </dgm:prSet>
      <dgm:spPr/>
    </dgm:pt>
  </dgm:ptLst>
  <dgm:cxnLst>
    <dgm:cxn modelId="{16C32D15-9960-4B5B-8774-DEF97509746C}" srcId="{B954CDE9-AFCE-4D2D-8039-FCB2949AD7E5}" destId="{3DFE5597-9B82-4BD2-800B-0E3E69ED362B}" srcOrd="0" destOrd="0" parTransId="{1C6E13A8-4F20-43B2-AA9F-B3EC7E839F64}" sibTransId="{678DF173-7FE0-4509-90C7-9B5710B616B3}"/>
    <dgm:cxn modelId="{27196117-57F0-4D70-999D-7AFEFC02A2F6}" srcId="{1DE31A73-B2C3-4FAA-A66B-836996835B65}" destId="{E04DE78D-F4C9-44E7-930F-BF83B1295924}" srcOrd="0" destOrd="0" parTransId="{493F7F9F-79B3-4941-8639-79F525404746}" sibTransId="{89046754-E18D-4E52-AAE8-07536E988926}"/>
    <dgm:cxn modelId="{A87BC32D-547E-4D48-A7E3-5ADAA1267BD4}" type="presOf" srcId="{DD53190A-5A68-472E-9BA2-E8E6A2D09881}" destId="{899F151B-2CF2-446B-8FEA-B6869A6BE198}" srcOrd="1" destOrd="0" presId="urn:microsoft.com/office/officeart/2005/8/layout/hProcess6"/>
    <dgm:cxn modelId="{73CA0636-A61A-4DA0-A154-FED7E00CBAB7}" type="presOf" srcId="{D502A918-D3EF-4431-87C8-DFC23E8ADBBF}" destId="{BE7B76E6-0708-4649-A4C5-E1E450319BC7}" srcOrd="0" destOrd="0" presId="urn:microsoft.com/office/officeart/2005/8/layout/hProcess6"/>
    <dgm:cxn modelId="{56587D5B-F6CD-47CF-A091-D77ACD166801}" srcId="{D502A918-D3EF-4431-87C8-DFC23E8ADBBF}" destId="{0BAF3A77-F0C5-4632-8E6B-59CB0D981EBD}" srcOrd="4" destOrd="0" parTransId="{44A0D78C-6981-41B8-B1A5-C25F9BD838BC}" sibTransId="{DA6F2B9E-2A6C-453D-8795-B0430BD72BD7}"/>
    <dgm:cxn modelId="{1AEE445C-0933-446E-AF64-A4EF8CBE011D}" type="presOf" srcId="{DD53190A-5A68-472E-9BA2-E8E6A2D09881}" destId="{0CF77E54-2333-4B85-8123-966F047814F7}" srcOrd="0" destOrd="0" presId="urn:microsoft.com/office/officeart/2005/8/layout/hProcess6"/>
    <dgm:cxn modelId="{99DA5961-9700-4453-92F0-63FCD6E79847}" srcId="{086A21BE-DDAC-45BD-9039-ED1FC92A1B30}" destId="{DD53190A-5A68-472E-9BA2-E8E6A2D09881}" srcOrd="0" destOrd="0" parTransId="{578CB6BA-C05D-4A16-A41E-05E9B6627A0E}" sibTransId="{80B09C24-D0EC-44D8-8F33-D5A4E12BA028}"/>
    <dgm:cxn modelId="{0BCC9364-300B-46D5-A4D5-3479D382D752}" type="presOf" srcId="{3DDB32F1-ACFA-4D86-8F69-C585FF9D2A73}" destId="{2B544A50-05E1-49AF-8AFF-B95C86B7B0A3}" srcOrd="0" destOrd="0" presId="urn:microsoft.com/office/officeart/2005/8/layout/hProcess6"/>
    <dgm:cxn modelId="{DE2C1F45-661E-4D2A-965B-BB408E1214DA}" type="presOf" srcId="{4BFC9332-240C-48D2-8C4A-C93D73B063F6}" destId="{B6E492D9-CE1F-41AC-877D-DC60C0F38078}" srcOrd="0" destOrd="0" presId="urn:microsoft.com/office/officeart/2005/8/layout/hProcess6"/>
    <dgm:cxn modelId="{3C353667-6A6F-4549-A1D5-429F892ABF90}" type="presOf" srcId="{3DFE5597-9B82-4BD2-800B-0E3E69ED362B}" destId="{9BC9C730-A31F-48D8-8321-502ABEBBC600}" srcOrd="0" destOrd="0" presId="urn:microsoft.com/office/officeart/2005/8/layout/hProcess6"/>
    <dgm:cxn modelId="{68695747-3515-461E-8E0A-4A7F7F629AB3}" type="presOf" srcId="{E04DE78D-F4C9-44E7-930F-BF83B1295924}" destId="{13E7D2B4-F39C-43AC-AACD-31FB898A8618}" srcOrd="1" destOrd="0" presId="urn:microsoft.com/office/officeart/2005/8/layout/hProcess6"/>
    <dgm:cxn modelId="{3D0F3369-2B7B-4C77-BBAE-12930B829BB1}" type="presOf" srcId="{B954CDE9-AFCE-4D2D-8039-FCB2949AD7E5}" destId="{F395FDF2-C74D-4F62-B6CE-18EC8180F38B}" srcOrd="0" destOrd="0" presId="urn:microsoft.com/office/officeart/2005/8/layout/hProcess6"/>
    <dgm:cxn modelId="{E58F614C-D08D-4898-9047-1356D446CB5D}" type="presOf" srcId="{E04DE78D-F4C9-44E7-930F-BF83B1295924}" destId="{9226C955-E9FB-4E6B-BA23-B838C0FF5D44}" srcOrd="0" destOrd="0" presId="urn:microsoft.com/office/officeart/2005/8/layout/hProcess6"/>
    <dgm:cxn modelId="{FAA5554C-2595-458E-BFDA-1A637FA792A7}" type="presOf" srcId="{1BABC065-25D4-4599-8AC7-DF26297A2792}" destId="{7A323995-F663-4E92-95B9-E22A658674DB}" srcOrd="0" destOrd="0" presId="urn:microsoft.com/office/officeart/2005/8/layout/hProcess6"/>
    <dgm:cxn modelId="{B7B9976D-CFD7-4F32-9528-19E5669F5FDF}" srcId="{D502A918-D3EF-4431-87C8-DFC23E8ADBBF}" destId="{B954CDE9-AFCE-4D2D-8039-FCB2949AD7E5}" srcOrd="3" destOrd="0" parTransId="{0F029148-DEA2-4AE7-A801-C20B8D3D21D8}" sibTransId="{1EDD3342-B01C-4DFD-B712-230205BD8513}"/>
    <dgm:cxn modelId="{0134146F-DD1F-47DF-863A-0704A5DAF746}" srcId="{D502A918-D3EF-4431-87C8-DFC23E8ADBBF}" destId="{086A21BE-DDAC-45BD-9039-ED1FC92A1B30}" srcOrd="0" destOrd="0" parTransId="{588C73A3-621F-40D7-ADEF-76C95869D3D2}" sibTransId="{F0421827-7167-44B1-8E06-0B0B65BBC75A}"/>
    <dgm:cxn modelId="{12B42C75-15E0-427B-A390-151AF7ED44D1}" type="presOf" srcId="{1BABC065-25D4-4599-8AC7-DF26297A2792}" destId="{6D3C6714-3A12-4336-A871-80605023D150}" srcOrd="1" destOrd="0" presId="urn:microsoft.com/office/officeart/2005/8/layout/hProcess6"/>
    <dgm:cxn modelId="{EA783779-0DD2-407B-A0FD-D42B3E288248}" srcId="{D502A918-D3EF-4431-87C8-DFC23E8ADBBF}" destId="{3DDB32F1-ACFA-4D86-8F69-C585FF9D2A73}" srcOrd="2" destOrd="0" parTransId="{FD7346A8-AA2D-4739-9082-7C0338866EA1}" sibTransId="{2143977D-3B2C-4632-892D-64E9B560A6E1}"/>
    <dgm:cxn modelId="{0995B47D-644A-47A0-89F7-A98F442AFEFC}" type="presOf" srcId="{1DE31A73-B2C3-4FAA-A66B-836996835B65}" destId="{CC666CCD-920A-45AE-AB1C-73CF0355C800}" srcOrd="0" destOrd="0" presId="urn:microsoft.com/office/officeart/2005/8/layout/hProcess6"/>
    <dgm:cxn modelId="{67ADFB7D-53AF-4863-9F1E-1B1D0EF64168}" type="presOf" srcId="{4BFC9332-240C-48D2-8C4A-C93D73B063F6}" destId="{079E728E-8A5C-41C6-8E9C-E7CBA2243C00}" srcOrd="1" destOrd="0" presId="urn:microsoft.com/office/officeart/2005/8/layout/hProcess6"/>
    <dgm:cxn modelId="{660FCA9F-AB93-4E44-A741-4D61C83E14F2}" type="presOf" srcId="{3DFE5597-9B82-4BD2-800B-0E3E69ED362B}" destId="{60D1372B-E3BC-45C9-9741-28C6FFC548A2}" srcOrd="1" destOrd="0" presId="urn:microsoft.com/office/officeart/2005/8/layout/hProcess6"/>
    <dgm:cxn modelId="{0AEDBDA4-232B-486A-8D56-4A04F500BB01}" type="presOf" srcId="{0BAF3A77-F0C5-4632-8E6B-59CB0D981EBD}" destId="{B436B5D2-30B1-4391-9444-53A20921185E}" srcOrd="0" destOrd="0" presId="urn:microsoft.com/office/officeart/2005/8/layout/hProcess6"/>
    <dgm:cxn modelId="{5B78C1AA-50E2-4BED-862C-B607A9F06FBD}" srcId="{D502A918-D3EF-4431-87C8-DFC23E8ADBBF}" destId="{1DE31A73-B2C3-4FAA-A66B-836996835B65}" srcOrd="1" destOrd="0" parTransId="{F864E83E-E67C-4F62-81D3-6089CDF38835}" sibTransId="{13AA0027-58E5-421F-9E53-EB2DC6293D62}"/>
    <dgm:cxn modelId="{9B2C7BBC-E876-41E4-A5AA-3371CA350063}" srcId="{3DDB32F1-ACFA-4D86-8F69-C585FF9D2A73}" destId="{4BFC9332-240C-48D2-8C4A-C93D73B063F6}" srcOrd="0" destOrd="0" parTransId="{62F7C4B0-E48A-43F4-956D-7D62A5592848}" sibTransId="{45ECF3E0-C51E-452F-81EC-B2C1B1881EF9}"/>
    <dgm:cxn modelId="{8A3F1FD1-5310-4656-97B5-31927DD4EA9A}" srcId="{0BAF3A77-F0C5-4632-8E6B-59CB0D981EBD}" destId="{1BABC065-25D4-4599-8AC7-DF26297A2792}" srcOrd="0" destOrd="0" parTransId="{5C2DAC59-EAE9-420B-AFD8-DC83C11B4EBF}" sibTransId="{F2480B1A-F894-432D-9A0C-CD9EE567BBE0}"/>
    <dgm:cxn modelId="{6DA56DE2-A7D1-41F0-8D31-33C09553A291}" type="presOf" srcId="{086A21BE-DDAC-45BD-9039-ED1FC92A1B30}" destId="{323C15C8-06E4-4696-AE4E-E5D2526E48F3}" srcOrd="0" destOrd="0" presId="urn:microsoft.com/office/officeart/2005/8/layout/hProcess6"/>
    <dgm:cxn modelId="{B166B937-001B-439B-AD9D-F0D0EAC0F108}" type="presParOf" srcId="{BE7B76E6-0708-4649-A4C5-E1E450319BC7}" destId="{E8785E55-1989-48E6-8996-7284374ED062}" srcOrd="0" destOrd="0" presId="urn:microsoft.com/office/officeart/2005/8/layout/hProcess6"/>
    <dgm:cxn modelId="{AAC7B9EE-233C-42FC-8D17-D9162A498BA7}" type="presParOf" srcId="{E8785E55-1989-48E6-8996-7284374ED062}" destId="{BAD5BF40-DE29-4EB8-9C10-A88177BF468A}" srcOrd="0" destOrd="0" presId="urn:microsoft.com/office/officeart/2005/8/layout/hProcess6"/>
    <dgm:cxn modelId="{6B0E9A0A-7254-499B-A54B-6C09FCB5A512}" type="presParOf" srcId="{E8785E55-1989-48E6-8996-7284374ED062}" destId="{0CF77E54-2333-4B85-8123-966F047814F7}" srcOrd="1" destOrd="0" presId="urn:microsoft.com/office/officeart/2005/8/layout/hProcess6"/>
    <dgm:cxn modelId="{65F6F708-337F-41D7-9A6E-0C551DDDF558}" type="presParOf" srcId="{E8785E55-1989-48E6-8996-7284374ED062}" destId="{899F151B-2CF2-446B-8FEA-B6869A6BE198}" srcOrd="2" destOrd="0" presId="urn:microsoft.com/office/officeart/2005/8/layout/hProcess6"/>
    <dgm:cxn modelId="{505A88A1-B977-4322-AD6E-49FFDD1E56DD}" type="presParOf" srcId="{E8785E55-1989-48E6-8996-7284374ED062}" destId="{323C15C8-06E4-4696-AE4E-E5D2526E48F3}" srcOrd="3" destOrd="0" presId="urn:microsoft.com/office/officeart/2005/8/layout/hProcess6"/>
    <dgm:cxn modelId="{4369B199-71FD-48D5-B1F1-0662ED8F5A93}" type="presParOf" srcId="{BE7B76E6-0708-4649-A4C5-E1E450319BC7}" destId="{6BDDEE4E-14B3-47F4-A85D-7EAA23BE0155}" srcOrd="1" destOrd="0" presId="urn:microsoft.com/office/officeart/2005/8/layout/hProcess6"/>
    <dgm:cxn modelId="{C4DFCA1C-6A5C-4882-B0E6-A256E9A32760}" type="presParOf" srcId="{BE7B76E6-0708-4649-A4C5-E1E450319BC7}" destId="{456AEDEF-7836-43E1-BDEF-42DC75FBBB5F}" srcOrd="2" destOrd="0" presId="urn:microsoft.com/office/officeart/2005/8/layout/hProcess6"/>
    <dgm:cxn modelId="{24D27999-9A1B-4AC3-9293-816BEAE69783}" type="presParOf" srcId="{456AEDEF-7836-43E1-BDEF-42DC75FBBB5F}" destId="{6896FE4C-452A-42D0-AEF6-06748E9764B6}" srcOrd="0" destOrd="0" presId="urn:microsoft.com/office/officeart/2005/8/layout/hProcess6"/>
    <dgm:cxn modelId="{692222F8-325C-4CE2-8978-DD3B5163A380}" type="presParOf" srcId="{456AEDEF-7836-43E1-BDEF-42DC75FBBB5F}" destId="{9226C955-E9FB-4E6B-BA23-B838C0FF5D44}" srcOrd="1" destOrd="0" presId="urn:microsoft.com/office/officeart/2005/8/layout/hProcess6"/>
    <dgm:cxn modelId="{39C08958-BEB7-41C8-B827-B39CF126DC7D}" type="presParOf" srcId="{456AEDEF-7836-43E1-BDEF-42DC75FBBB5F}" destId="{13E7D2B4-F39C-43AC-AACD-31FB898A8618}" srcOrd="2" destOrd="0" presId="urn:microsoft.com/office/officeart/2005/8/layout/hProcess6"/>
    <dgm:cxn modelId="{AA9614F3-276D-41F6-B41D-B3A09B6DEC60}" type="presParOf" srcId="{456AEDEF-7836-43E1-BDEF-42DC75FBBB5F}" destId="{CC666CCD-920A-45AE-AB1C-73CF0355C800}" srcOrd="3" destOrd="0" presId="urn:microsoft.com/office/officeart/2005/8/layout/hProcess6"/>
    <dgm:cxn modelId="{79AD8F7A-566A-4DF0-99DB-D43457885B6C}" type="presParOf" srcId="{BE7B76E6-0708-4649-A4C5-E1E450319BC7}" destId="{BC40A6C4-CA3A-4229-8548-14A953E7F849}" srcOrd="3" destOrd="0" presId="urn:microsoft.com/office/officeart/2005/8/layout/hProcess6"/>
    <dgm:cxn modelId="{682CA4E3-3107-4285-A3C9-710C13B57FEE}" type="presParOf" srcId="{BE7B76E6-0708-4649-A4C5-E1E450319BC7}" destId="{26EA2ABA-C497-4B17-8091-68E4525B7372}" srcOrd="4" destOrd="0" presId="urn:microsoft.com/office/officeart/2005/8/layout/hProcess6"/>
    <dgm:cxn modelId="{93F9C0AB-4A9A-497A-94DB-30F815CA641D}" type="presParOf" srcId="{26EA2ABA-C497-4B17-8091-68E4525B7372}" destId="{4858BC48-4C38-4FD3-BF87-7AFC9DB2BCFC}" srcOrd="0" destOrd="0" presId="urn:microsoft.com/office/officeart/2005/8/layout/hProcess6"/>
    <dgm:cxn modelId="{9212142F-F347-4816-8BCF-640438B477E8}" type="presParOf" srcId="{26EA2ABA-C497-4B17-8091-68E4525B7372}" destId="{B6E492D9-CE1F-41AC-877D-DC60C0F38078}" srcOrd="1" destOrd="0" presId="urn:microsoft.com/office/officeart/2005/8/layout/hProcess6"/>
    <dgm:cxn modelId="{9E84B3C2-1AC2-41D1-A9A9-89CE797074DC}" type="presParOf" srcId="{26EA2ABA-C497-4B17-8091-68E4525B7372}" destId="{079E728E-8A5C-41C6-8E9C-E7CBA2243C00}" srcOrd="2" destOrd="0" presId="urn:microsoft.com/office/officeart/2005/8/layout/hProcess6"/>
    <dgm:cxn modelId="{B3577507-41D8-4ACE-BDEC-FFBAAF927311}" type="presParOf" srcId="{26EA2ABA-C497-4B17-8091-68E4525B7372}" destId="{2B544A50-05E1-49AF-8AFF-B95C86B7B0A3}" srcOrd="3" destOrd="0" presId="urn:microsoft.com/office/officeart/2005/8/layout/hProcess6"/>
    <dgm:cxn modelId="{DCDE77DC-F8F9-4CF6-B6F4-A38CD581B5BE}" type="presParOf" srcId="{BE7B76E6-0708-4649-A4C5-E1E450319BC7}" destId="{8A1864A0-19D3-42F5-82DE-536DC2246E21}" srcOrd="5" destOrd="0" presId="urn:microsoft.com/office/officeart/2005/8/layout/hProcess6"/>
    <dgm:cxn modelId="{D8DBEC4A-1031-43D9-A798-86C977752277}" type="presParOf" srcId="{BE7B76E6-0708-4649-A4C5-E1E450319BC7}" destId="{3AA1E0AD-6A18-4DEA-8440-1CFA9D68CE34}" srcOrd="6" destOrd="0" presId="urn:microsoft.com/office/officeart/2005/8/layout/hProcess6"/>
    <dgm:cxn modelId="{057CCD3A-9339-4391-A850-658561C006A6}" type="presParOf" srcId="{3AA1E0AD-6A18-4DEA-8440-1CFA9D68CE34}" destId="{F41DC06E-9EDF-4B41-A8C8-17BC3825680D}" srcOrd="0" destOrd="0" presId="urn:microsoft.com/office/officeart/2005/8/layout/hProcess6"/>
    <dgm:cxn modelId="{D6649879-BE08-4405-923C-6B13504761F3}" type="presParOf" srcId="{3AA1E0AD-6A18-4DEA-8440-1CFA9D68CE34}" destId="{9BC9C730-A31F-48D8-8321-502ABEBBC600}" srcOrd="1" destOrd="0" presId="urn:microsoft.com/office/officeart/2005/8/layout/hProcess6"/>
    <dgm:cxn modelId="{0E6809A3-E3A9-4A11-86C2-433C627B8807}" type="presParOf" srcId="{3AA1E0AD-6A18-4DEA-8440-1CFA9D68CE34}" destId="{60D1372B-E3BC-45C9-9741-28C6FFC548A2}" srcOrd="2" destOrd="0" presId="urn:microsoft.com/office/officeart/2005/8/layout/hProcess6"/>
    <dgm:cxn modelId="{D9BAE383-598D-4EC1-86F6-585ECE02FC7C}" type="presParOf" srcId="{3AA1E0AD-6A18-4DEA-8440-1CFA9D68CE34}" destId="{F395FDF2-C74D-4F62-B6CE-18EC8180F38B}" srcOrd="3" destOrd="0" presId="urn:microsoft.com/office/officeart/2005/8/layout/hProcess6"/>
    <dgm:cxn modelId="{1C82DFA5-D4B5-447F-A026-C8E52F8A2819}" type="presParOf" srcId="{BE7B76E6-0708-4649-A4C5-E1E450319BC7}" destId="{5CA267F8-C03E-4046-9406-14B026F1E6C5}" srcOrd="7" destOrd="0" presId="urn:microsoft.com/office/officeart/2005/8/layout/hProcess6"/>
    <dgm:cxn modelId="{CBECC4CB-32D2-4438-8BAA-B659B63A9B87}" type="presParOf" srcId="{BE7B76E6-0708-4649-A4C5-E1E450319BC7}" destId="{D99D19F6-726D-4749-9913-FBAD0DFB0BF0}" srcOrd="8" destOrd="0" presId="urn:microsoft.com/office/officeart/2005/8/layout/hProcess6"/>
    <dgm:cxn modelId="{B13F8A27-795C-4C40-A962-458C9F8769C3}" type="presParOf" srcId="{D99D19F6-726D-4749-9913-FBAD0DFB0BF0}" destId="{45A5EA17-826C-4059-A20C-47809CEB4E49}" srcOrd="0" destOrd="0" presId="urn:microsoft.com/office/officeart/2005/8/layout/hProcess6"/>
    <dgm:cxn modelId="{5A739A03-447C-4D7D-8053-C2811B5CEEEE}" type="presParOf" srcId="{D99D19F6-726D-4749-9913-FBAD0DFB0BF0}" destId="{7A323995-F663-4E92-95B9-E22A658674DB}" srcOrd="1" destOrd="0" presId="urn:microsoft.com/office/officeart/2005/8/layout/hProcess6"/>
    <dgm:cxn modelId="{66BD376A-E8AE-451C-93BF-F5B459466C4E}" type="presParOf" srcId="{D99D19F6-726D-4749-9913-FBAD0DFB0BF0}" destId="{6D3C6714-3A12-4336-A871-80605023D150}" srcOrd="2" destOrd="0" presId="urn:microsoft.com/office/officeart/2005/8/layout/hProcess6"/>
    <dgm:cxn modelId="{C43125E0-71AD-4207-846A-FE6457D4BED2}" type="presParOf" srcId="{D99D19F6-726D-4749-9913-FBAD0DFB0BF0}" destId="{B436B5D2-30B1-4391-9444-53A20921185E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CF77E54-2333-4B85-8123-966F047814F7}">
      <dsp:nvSpPr>
        <dsp:cNvPr id="0" name=""/>
        <dsp:cNvSpPr/>
      </dsp:nvSpPr>
      <dsp:spPr>
        <a:xfrm>
          <a:off x="436604" y="901519"/>
          <a:ext cx="1726673" cy="1509329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8890" rIns="1778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kern="1200" dirty="0">
              <a:latin typeface="Abadi" panose="020F0502020204030204" pitchFamily="34" charset="0"/>
            </a:rPr>
            <a:t>Identify &amp; Protect</a:t>
          </a:r>
        </a:p>
      </dsp:txBody>
      <dsp:txXfrm>
        <a:off x="868273" y="1127918"/>
        <a:ext cx="841753" cy="1056531"/>
      </dsp:txXfrm>
    </dsp:sp>
    <dsp:sp modelId="{323C15C8-06E4-4696-AE4E-E5D2526E48F3}">
      <dsp:nvSpPr>
        <dsp:cNvPr id="0" name=""/>
        <dsp:cNvSpPr/>
      </dsp:nvSpPr>
      <dsp:spPr>
        <a:xfrm>
          <a:off x="4936" y="1224515"/>
          <a:ext cx="863336" cy="863336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1" i="0" kern="1200" dirty="0">
              <a:latin typeface="Abadi" panose="020F0502020204030204" pitchFamily="34" charset="0"/>
            </a:rPr>
            <a:t>Baseline Operations</a:t>
          </a:r>
          <a:endParaRPr lang="en-SG" sz="1200" kern="1200" dirty="0">
            <a:latin typeface="Abadi" panose="020F0502020204030204" pitchFamily="34" charset="0"/>
          </a:endParaRPr>
        </a:p>
      </dsp:txBody>
      <dsp:txXfrm>
        <a:off x="131369" y="1350948"/>
        <a:ext cx="610470" cy="610470"/>
      </dsp:txXfrm>
    </dsp:sp>
    <dsp:sp modelId="{9226C955-E9FB-4E6B-BA23-B838C0FF5D44}">
      <dsp:nvSpPr>
        <dsp:cNvPr id="0" name=""/>
        <dsp:cNvSpPr/>
      </dsp:nvSpPr>
      <dsp:spPr>
        <a:xfrm>
          <a:off x="2702863" y="901519"/>
          <a:ext cx="1726673" cy="1509329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8890" rIns="1778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kern="1200" dirty="0">
              <a:latin typeface="Abadi" panose="020F0502020204030204" pitchFamily="34" charset="0"/>
            </a:rPr>
            <a:t>Protect &amp; Detect</a:t>
          </a:r>
        </a:p>
      </dsp:txBody>
      <dsp:txXfrm>
        <a:off x="3134531" y="1127918"/>
        <a:ext cx="841753" cy="1056531"/>
      </dsp:txXfrm>
    </dsp:sp>
    <dsp:sp modelId="{CC666CCD-920A-45AE-AB1C-73CF0355C800}">
      <dsp:nvSpPr>
        <dsp:cNvPr id="0" name=""/>
        <dsp:cNvSpPr/>
      </dsp:nvSpPr>
      <dsp:spPr>
        <a:xfrm>
          <a:off x="2271194" y="1224515"/>
          <a:ext cx="863336" cy="863336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1" i="0" kern="1200" dirty="0">
              <a:latin typeface="Abadi" panose="020F0502020204030204" pitchFamily="34" charset="0"/>
            </a:rPr>
            <a:t>Reconnaissance</a:t>
          </a:r>
          <a:endParaRPr lang="en-SG" sz="1200" kern="1200" dirty="0">
            <a:latin typeface="Abadi" panose="020F0502020204030204" pitchFamily="34" charset="0"/>
          </a:endParaRPr>
        </a:p>
      </dsp:txBody>
      <dsp:txXfrm>
        <a:off x="2397627" y="1350948"/>
        <a:ext cx="610470" cy="610470"/>
      </dsp:txXfrm>
    </dsp:sp>
    <dsp:sp modelId="{B6E492D9-CE1F-41AC-877D-DC60C0F38078}">
      <dsp:nvSpPr>
        <dsp:cNvPr id="0" name=""/>
        <dsp:cNvSpPr/>
      </dsp:nvSpPr>
      <dsp:spPr>
        <a:xfrm>
          <a:off x="4969121" y="901519"/>
          <a:ext cx="1726673" cy="1509329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8890" rIns="1778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kern="1200" dirty="0">
              <a:latin typeface="Abadi" panose="020F0502020204030204" pitchFamily="34" charset="0"/>
            </a:rPr>
            <a:t>Detect</a:t>
          </a:r>
        </a:p>
      </dsp:txBody>
      <dsp:txXfrm>
        <a:off x="5400789" y="1127918"/>
        <a:ext cx="841753" cy="1056531"/>
      </dsp:txXfrm>
    </dsp:sp>
    <dsp:sp modelId="{2B544A50-05E1-49AF-8AFF-B95C86B7B0A3}">
      <dsp:nvSpPr>
        <dsp:cNvPr id="0" name=""/>
        <dsp:cNvSpPr/>
      </dsp:nvSpPr>
      <dsp:spPr>
        <a:xfrm>
          <a:off x="4537453" y="1224515"/>
          <a:ext cx="863336" cy="863336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1" i="0" kern="1200" dirty="0">
              <a:latin typeface="Abadi" panose="020F0502020204030204" pitchFamily="34" charset="0"/>
            </a:rPr>
            <a:t>Exploitation</a:t>
          </a:r>
          <a:endParaRPr lang="en-SG" sz="1200" kern="1200" dirty="0">
            <a:latin typeface="Abadi" panose="020F0502020204030204" pitchFamily="34" charset="0"/>
          </a:endParaRPr>
        </a:p>
      </dsp:txBody>
      <dsp:txXfrm>
        <a:off x="4663886" y="1350948"/>
        <a:ext cx="610470" cy="610470"/>
      </dsp:txXfrm>
    </dsp:sp>
    <dsp:sp modelId="{9BC9C730-A31F-48D8-8321-502ABEBBC600}">
      <dsp:nvSpPr>
        <dsp:cNvPr id="0" name=""/>
        <dsp:cNvSpPr/>
      </dsp:nvSpPr>
      <dsp:spPr>
        <a:xfrm>
          <a:off x="7235380" y="901519"/>
          <a:ext cx="1726673" cy="1509329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8890" rIns="1778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kern="1200">
              <a:latin typeface="Abadi" panose="020F0502020204030204" pitchFamily="34" charset="0"/>
            </a:rPr>
            <a:t>Respond</a:t>
          </a:r>
          <a:endParaRPr lang="en-SG" sz="1400" kern="1200" dirty="0">
            <a:latin typeface="Abadi" panose="020F0502020204030204" pitchFamily="34" charset="0"/>
          </a:endParaRPr>
        </a:p>
      </dsp:txBody>
      <dsp:txXfrm>
        <a:off x="7667048" y="1127918"/>
        <a:ext cx="841753" cy="1056531"/>
      </dsp:txXfrm>
    </dsp:sp>
    <dsp:sp modelId="{F395FDF2-C74D-4F62-B6CE-18EC8180F38B}">
      <dsp:nvSpPr>
        <dsp:cNvPr id="0" name=""/>
        <dsp:cNvSpPr/>
      </dsp:nvSpPr>
      <dsp:spPr>
        <a:xfrm>
          <a:off x="6803711" y="1224515"/>
          <a:ext cx="863336" cy="863336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1" i="0" kern="1200" dirty="0">
              <a:latin typeface="Abadi" panose="020F0502020204030204" pitchFamily="34" charset="0"/>
            </a:rPr>
            <a:t>Autonomous </a:t>
          </a:r>
          <a:r>
            <a:rPr lang="en-SG" sz="1200" b="1" i="0" kern="1200" dirty="0" err="1">
              <a:latin typeface="Abadi" panose="020F0502020204030204" pitchFamily="34" charset="0"/>
            </a:rPr>
            <a:t>Defense</a:t>
          </a:r>
          <a:endParaRPr lang="en-SG" sz="1200" kern="1200" dirty="0">
            <a:latin typeface="Abadi" panose="020F0502020204030204" pitchFamily="34" charset="0"/>
          </a:endParaRPr>
        </a:p>
      </dsp:txBody>
      <dsp:txXfrm>
        <a:off x="6930144" y="1350948"/>
        <a:ext cx="610470" cy="610470"/>
      </dsp:txXfrm>
    </dsp:sp>
    <dsp:sp modelId="{7A323995-F663-4E92-95B9-E22A658674DB}">
      <dsp:nvSpPr>
        <dsp:cNvPr id="0" name=""/>
        <dsp:cNvSpPr/>
      </dsp:nvSpPr>
      <dsp:spPr>
        <a:xfrm>
          <a:off x="9501638" y="901519"/>
          <a:ext cx="1726673" cy="1509329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8890" rIns="1778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kern="1200">
              <a:latin typeface="Abadi" panose="020F0502020204030204" pitchFamily="34" charset="0"/>
            </a:rPr>
            <a:t>Recover</a:t>
          </a:r>
          <a:endParaRPr lang="en-SG" sz="1400" kern="1200" dirty="0">
            <a:latin typeface="Abadi" panose="020F0502020204030204" pitchFamily="34" charset="0"/>
          </a:endParaRPr>
        </a:p>
      </dsp:txBody>
      <dsp:txXfrm>
        <a:off x="9933306" y="1127918"/>
        <a:ext cx="841753" cy="1056531"/>
      </dsp:txXfrm>
    </dsp:sp>
    <dsp:sp modelId="{B436B5D2-30B1-4391-9444-53A20921185E}">
      <dsp:nvSpPr>
        <dsp:cNvPr id="0" name=""/>
        <dsp:cNvSpPr/>
      </dsp:nvSpPr>
      <dsp:spPr>
        <a:xfrm>
          <a:off x="9069970" y="1224515"/>
          <a:ext cx="863336" cy="863336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1" i="0" kern="1200" dirty="0">
              <a:latin typeface="Abadi" panose="020F0502020204030204" pitchFamily="34" charset="0"/>
            </a:rPr>
            <a:t>Sanitization &amp; Reset</a:t>
          </a:r>
          <a:endParaRPr lang="en-SG" sz="1200" kern="1200" dirty="0">
            <a:latin typeface="Abadi" panose="020F0502020204030204" pitchFamily="34" charset="0"/>
          </a:endParaRPr>
        </a:p>
      </dsp:txBody>
      <dsp:txXfrm>
        <a:off x="9196403" y="1350948"/>
        <a:ext cx="610470" cy="61047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CF77E54-2333-4B85-8123-966F047814F7}">
      <dsp:nvSpPr>
        <dsp:cNvPr id="0" name=""/>
        <dsp:cNvSpPr/>
      </dsp:nvSpPr>
      <dsp:spPr>
        <a:xfrm>
          <a:off x="436604" y="901519"/>
          <a:ext cx="1726673" cy="1509329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8890" rIns="1778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kern="1200" dirty="0">
              <a:latin typeface="Abadi" panose="020F0502020204030204" pitchFamily="34" charset="0"/>
            </a:rPr>
            <a:t>Identify &amp; Protect</a:t>
          </a:r>
        </a:p>
      </dsp:txBody>
      <dsp:txXfrm>
        <a:off x="868273" y="1127918"/>
        <a:ext cx="841753" cy="1056531"/>
      </dsp:txXfrm>
    </dsp:sp>
    <dsp:sp modelId="{323C15C8-06E4-4696-AE4E-E5D2526E48F3}">
      <dsp:nvSpPr>
        <dsp:cNvPr id="0" name=""/>
        <dsp:cNvSpPr/>
      </dsp:nvSpPr>
      <dsp:spPr>
        <a:xfrm>
          <a:off x="4936" y="1224515"/>
          <a:ext cx="863336" cy="863336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1" i="0" kern="1200" dirty="0">
              <a:latin typeface="Abadi" panose="020F0502020204030204" pitchFamily="34" charset="0"/>
            </a:rPr>
            <a:t>Baseline Operations</a:t>
          </a:r>
          <a:endParaRPr lang="en-SG" sz="1200" kern="1200" dirty="0">
            <a:latin typeface="Abadi" panose="020F0502020204030204" pitchFamily="34" charset="0"/>
          </a:endParaRPr>
        </a:p>
      </dsp:txBody>
      <dsp:txXfrm>
        <a:off x="131369" y="1350948"/>
        <a:ext cx="610470" cy="610470"/>
      </dsp:txXfrm>
    </dsp:sp>
    <dsp:sp modelId="{9226C955-E9FB-4E6B-BA23-B838C0FF5D44}">
      <dsp:nvSpPr>
        <dsp:cNvPr id="0" name=""/>
        <dsp:cNvSpPr/>
      </dsp:nvSpPr>
      <dsp:spPr>
        <a:xfrm>
          <a:off x="2702863" y="901519"/>
          <a:ext cx="1726673" cy="1509329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8890" rIns="1778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kern="1200" dirty="0">
              <a:latin typeface="Abadi" panose="020F0502020204030204" pitchFamily="34" charset="0"/>
            </a:rPr>
            <a:t>Protect &amp; Detect</a:t>
          </a:r>
        </a:p>
      </dsp:txBody>
      <dsp:txXfrm>
        <a:off x="3134531" y="1127918"/>
        <a:ext cx="841753" cy="1056531"/>
      </dsp:txXfrm>
    </dsp:sp>
    <dsp:sp modelId="{CC666CCD-920A-45AE-AB1C-73CF0355C800}">
      <dsp:nvSpPr>
        <dsp:cNvPr id="0" name=""/>
        <dsp:cNvSpPr/>
      </dsp:nvSpPr>
      <dsp:spPr>
        <a:xfrm>
          <a:off x="2271194" y="1224515"/>
          <a:ext cx="863336" cy="863336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1" i="0" kern="1200" dirty="0">
              <a:latin typeface="Abadi" panose="020F0502020204030204" pitchFamily="34" charset="0"/>
            </a:rPr>
            <a:t>Reconnaissance</a:t>
          </a:r>
          <a:endParaRPr lang="en-SG" sz="1200" kern="1200" dirty="0">
            <a:latin typeface="Abadi" panose="020F0502020204030204" pitchFamily="34" charset="0"/>
          </a:endParaRPr>
        </a:p>
      </dsp:txBody>
      <dsp:txXfrm>
        <a:off x="2397627" y="1350948"/>
        <a:ext cx="610470" cy="610470"/>
      </dsp:txXfrm>
    </dsp:sp>
    <dsp:sp modelId="{B6E492D9-CE1F-41AC-877D-DC60C0F38078}">
      <dsp:nvSpPr>
        <dsp:cNvPr id="0" name=""/>
        <dsp:cNvSpPr/>
      </dsp:nvSpPr>
      <dsp:spPr>
        <a:xfrm>
          <a:off x="4969121" y="901519"/>
          <a:ext cx="1726673" cy="1509329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8890" rIns="1778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kern="1200" dirty="0">
              <a:latin typeface="Abadi" panose="020F0502020204030204" pitchFamily="34" charset="0"/>
            </a:rPr>
            <a:t>Detect</a:t>
          </a:r>
        </a:p>
      </dsp:txBody>
      <dsp:txXfrm>
        <a:off x="5400789" y="1127918"/>
        <a:ext cx="841753" cy="1056531"/>
      </dsp:txXfrm>
    </dsp:sp>
    <dsp:sp modelId="{2B544A50-05E1-49AF-8AFF-B95C86B7B0A3}">
      <dsp:nvSpPr>
        <dsp:cNvPr id="0" name=""/>
        <dsp:cNvSpPr/>
      </dsp:nvSpPr>
      <dsp:spPr>
        <a:xfrm>
          <a:off x="4537453" y="1224515"/>
          <a:ext cx="863336" cy="863336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1" i="0" kern="1200" dirty="0">
              <a:latin typeface="Abadi" panose="020F0502020204030204" pitchFamily="34" charset="0"/>
            </a:rPr>
            <a:t>Exploitation</a:t>
          </a:r>
          <a:endParaRPr lang="en-SG" sz="1200" kern="1200" dirty="0">
            <a:latin typeface="Abadi" panose="020F0502020204030204" pitchFamily="34" charset="0"/>
          </a:endParaRPr>
        </a:p>
      </dsp:txBody>
      <dsp:txXfrm>
        <a:off x="4663886" y="1350948"/>
        <a:ext cx="610470" cy="610470"/>
      </dsp:txXfrm>
    </dsp:sp>
    <dsp:sp modelId="{9BC9C730-A31F-48D8-8321-502ABEBBC600}">
      <dsp:nvSpPr>
        <dsp:cNvPr id="0" name=""/>
        <dsp:cNvSpPr/>
      </dsp:nvSpPr>
      <dsp:spPr>
        <a:xfrm>
          <a:off x="7235380" y="901519"/>
          <a:ext cx="1726673" cy="1509329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8890" rIns="1778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kern="1200">
              <a:latin typeface="Abadi" panose="020F0502020204030204" pitchFamily="34" charset="0"/>
            </a:rPr>
            <a:t>Respond</a:t>
          </a:r>
          <a:endParaRPr lang="en-SG" sz="1400" kern="1200" dirty="0">
            <a:latin typeface="Abadi" panose="020F0502020204030204" pitchFamily="34" charset="0"/>
          </a:endParaRPr>
        </a:p>
      </dsp:txBody>
      <dsp:txXfrm>
        <a:off x="7667048" y="1127918"/>
        <a:ext cx="841753" cy="1056531"/>
      </dsp:txXfrm>
    </dsp:sp>
    <dsp:sp modelId="{F395FDF2-C74D-4F62-B6CE-18EC8180F38B}">
      <dsp:nvSpPr>
        <dsp:cNvPr id="0" name=""/>
        <dsp:cNvSpPr/>
      </dsp:nvSpPr>
      <dsp:spPr>
        <a:xfrm>
          <a:off x="6803711" y="1224515"/>
          <a:ext cx="863336" cy="863336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1" i="0" kern="1200" dirty="0">
              <a:latin typeface="Abadi" panose="020F0502020204030204" pitchFamily="34" charset="0"/>
            </a:rPr>
            <a:t>Autonomous </a:t>
          </a:r>
          <a:r>
            <a:rPr lang="en-SG" sz="1200" b="1" i="0" kern="1200" dirty="0" err="1">
              <a:latin typeface="Abadi" panose="020F0502020204030204" pitchFamily="34" charset="0"/>
            </a:rPr>
            <a:t>Defense</a:t>
          </a:r>
          <a:endParaRPr lang="en-SG" sz="1200" kern="1200" dirty="0">
            <a:latin typeface="Abadi" panose="020F0502020204030204" pitchFamily="34" charset="0"/>
          </a:endParaRPr>
        </a:p>
      </dsp:txBody>
      <dsp:txXfrm>
        <a:off x="6930144" y="1350948"/>
        <a:ext cx="610470" cy="610470"/>
      </dsp:txXfrm>
    </dsp:sp>
    <dsp:sp modelId="{7A323995-F663-4E92-95B9-E22A658674DB}">
      <dsp:nvSpPr>
        <dsp:cNvPr id="0" name=""/>
        <dsp:cNvSpPr/>
      </dsp:nvSpPr>
      <dsp:spPr>
        <a:xfrm>
          <a:off x="9501638" y="901519"/>
          <a:ext cx="1726673" cy="1509329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8890" rIns="1778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kern="1200">
              <a:latin typeface="Abadi" panose="020F0502020204030204" pitchFamily="34" charset="0"/>
            </a:rPr>
            <a:t>Recover</a:t>
          </a:r>
          <a:endParaRPr lang="en-SG" sz="1400" kern="1200" dirty="0">
            <a:latin typeface="Abadi" panose="020F0502020204030204" pitchFamily="34" charset="0"/>
          </a:endParaRPr>
        </a:p>
      </dsp:txBody>
      <dsp:txXfrm>
        <a:off x="9933306" y="1127918"/>
        <a:ext cx="841753" cy="1056531"/>
      </dsp:txXfrm>
    </dsp:sp>
    <dsp:sp modelId="{B436B5D2-30B1-4391-9444-53A20921185E}">
      <dsp:nvSpPr>
        <dsp:cNvPr id="0" name=""/>
        <dsp:cNvSpPr/>
      </dsp:nvSpPr>
      <dsp:spPr>
        <a:xfrm>
          <a:off x="9069970" y="1224515"/>
          <a:ext cx="863336" cy="863336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1" i="0" kern="1200" dirty="0">
              <a:latin typeface="Abadi" panose="020F0502020204030204" pitchFamily="34" charset="0"/>
            </a:rPr>
            <a:t>Sanitization &amp; Reset</a:t>
          </a:r>
          <a:endParaRPr lang="en-SG" sz="1200" kern="1200" dirty="0">
            <a:latin typeface="Abadi" panose="020F0502020204030204" pitchFamily="34" charset="0"/>
          </a:endParaRPr>
        </a:p>
      </dsp:txBody>
      <dsp:txXfrm>
        <a:off x="9196403" y="1350948"/>
        <a:ext cx="610470" cy="61047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FFB14B2-CD52-9E84-B3E7-49A90F3A72A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DAE5F9-C39F-2ECF-0C06-D0122807D4B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23FF85-4E34-4546-B772-76DFA4A6051B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7F3243-F9C0-85BE-2E9C-191F612CFE8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EBE2E3-8654-B63F-B7D6-9549069476A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BF7180-4EDD-4E08-9775-7398C11D6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1430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5CC398-6116-4BD2-9FAD-9822FDA158BE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EFF46E-6B43-41F9-9272-B566D03A25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440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EFF46E-6B43-41F9-9272-B566D03A251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9324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"Welcome, everyone. To introduce our Enterprise IT Cyber Simulator, we look at the lifecycle of a modern cyber incident through a structured lens.</a:t>
            </a:r>
          </a:p>
          <a:p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simulation progresses through five distinct phases that map directly to the </a:t>
            </a:r>
            <a:r>
              <a:rPr lang="en-SG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NIST Cybersecurity Framework (CSF)</a:t>
            </a:r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standard. We begin at </a:t>
            </a:r>
            <a:r>
              <a:rPr lang="en-SG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Phase 0: Baseline</a:t>
            </a:r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representing the </a:t>
            </a:r>
            <a:r>
              <a:rPr lang="en-SG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Identify and Protect</a:t>
            </a:r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functions where we map assets and run normal grid operations.</a:t>
            </a:r>
          </a:p>
          <a:p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the adversary targets our perimeter in </a:t>
            </a:r>
            <a:b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SG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Phase 1: Reconnaissance</a:t>
            </a:r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our </a:t>
            </a:r>
            <a:r>
              <a:rPr lang="en-SG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defenses</a:t>
            </a:r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attempt to </a:t>
            </a:r>
            <a:r>
              <a:rPr lang="en-SG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Protect and Detect</a:t>
            </a:r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early probes. In </a:t>
            </a:r>
            <a:r>
              <a:rPr lang="en-SG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Phase 2: Exploitation</a:t>
            </a:r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when a subsystem is breached, our focus shifts entirely to </a:t>
            </a:r>
            <a:r>
              <a:rPr lang="en-SG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Detect</a:t>
            </a:r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as telemetry events spike on our SIEM dashboard.</a:t>
            </a:r>
          </a:p>
          <a:p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Once the breach is detected, the Blue Team triggers automated playbook containment in </a:t>
            </a:r>
            <a:r>
              <a:rPr lang="en-SG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Phase 3: Autonomous </a:t>
            </a:r>
            <a:r>
              <a:rPr lang="en-SG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Defense</a:t>
            </a:r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—representing the </a:t>
            </a:r>
            <a:r>
              <a:rPr lang="en-SG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Respond</a:t>
            </a:r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function, where the network segment is isolated to stop threat propagation. Finally, in </a:t>
            </a:r>
            <a:r>
              <a:rPr lang="en-SG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Phase 4: Sanitization &amp; Reset</a:t>
            </a:r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we demonstrate the </a:t>
            </a:r>
            <a:r>
              <a:rPr lang="en-SG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Recover</a:t>
            </a:r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standard, rotating encryption keys and restoring firmware from verified golden images to return IT systems back to operational status."</a:t>
            </a:r>
          </a:p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EFF46E-6B43-41F9-9272-B566D03A251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4551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8DAB7-0AF8-D670-609B-A5BA6B73F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645D7D-B483-B883-102D-D099B89891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DC0F35-D736-2BE8-338C-044E27F870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3F3BE5-A2C1-4B74-8183-F7A5D7B32D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8EFF46E-6B43-41F9-9272-B566D03A251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66580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81F17-84B9-92E7-FB37-394A223D8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77E547-BF0D-7074-81AC-4341BC6319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6DCEE1-24D9-636D-D0E3-DE9D4B0229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"Welcome, everyone. To introduce our Smart City Cyber Simulator, we look at the lifecycle of a modern cyber incident through a structured lens.</a:t>
            </a:r>
          </a:p>
          <a:p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simulation progresses through five distinct phases that map directly to the </a:t>
            </a:r>
            <a:r>
              <a:rPr lang="en-SG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NIST Cybersecurity Framework (CSF)</a:t>
            </a:r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standard. We begin at </a:t>
            </a:r>
            <a:r>
              <a:rPr lang="en-SG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Phase 0: Baseline</a:t>
            </a:r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representing the </a:t>
            </a:r>
            <a:r>
              <a:rPr lang="en-SG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Identify and Protect</a:t>
            </a:r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functions where we map assets and run normal grid operations.</a:t>
            </a:r>
          </a:p>
          <a:p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the adversary targets our perimeter in </a:t>
            </a:r>
            <a:r>
              <a:rPr lang="en-SG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Phase 1: Reconnaissance</a:t>
            </a:r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our </a:t>
            </a:r>
            <a:r>
              <a:rPr lang="en-SG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defenses</a:t>
            </a:r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attempt to </a:t>
            </a:r>
            <a:r>
              <a:rPr lang="en-SG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Protect and Detect</a:t>
            </a:r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early probes. In </a:t>
            </a:r>
            <a:r>
              <a:rPr lang="en-SG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Phase 2: Exploitation</a:t>
            </a:r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when a subsystem is breached, our focus shifts entirely to </a:t>
            </a:r>
            <a:r>
              <a:rPr lang="en-SG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Detect</a:t>
            </a:r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as telemetry events spike on our SIEM dashboard.</a:t>
            </a:r>
          </a:p>
          <a:p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Once the breach is detected, the Blue Team triggers automated playbook containment in </a:t>
            </a:r>
            <a:r>
              <a:rPr lang="en-SG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Phase 3: Autonomous </a:t>
            </a:r>
            <a:r>
              <a:rPr lang="en-SG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Defense</a:t>
            </a:r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—representing the </a:t>
            </a:r>
            <a:r>
              <a:rPr lang="en-SG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Respond</a:t>
            </a:r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function, where the network segment is isolated to stop threat propagation. Finally, in </a:t>
            </a:r>
            <a:r>
              <a:rPr lang="en-SG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Phase 4: Sanitization &amp; Reset</a:t>
            </a:r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we demonstrate the </a:t>
            </a:r>
            <a:r>
              <a:rPr lang="en-SG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Recover</a:t>
            </a:r>
            <a:r>
              <a:rPr lang="en-S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standard, rotating encryption keys and restoring firmware from verified golden images to return municipal systems back to operational status."</a:t>
            </a:r>
          </a:p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268213-C8B0-1390-2EE5-AC237C8EA9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8EFF46E-6B43-41F9-9272-B566D03A251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40872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6" y="685800"/>
            <a:ext cx="10055354" cy="4007406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9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29A3647E-D38D-4EA6-ADC1-75AA53F898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8" y="5427002"/>
            <a:ext cx="9144001" cy="745198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5F44E88-89D9-49CC-9E37-1AF77A031198}" type="datetime1">
              <a:rPr lang="en-US" smtClean="0"/>
              <a:t>7/14/2026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0459DEE-913E-5261-4E77-AF3657E3AE0B}"/>
              </a:ext>
            </a:extLst>
          </p:cNvPr>
          <p:cNvSpPr/>
          <p:nvPr/>
        </p:nvSpPr>
        <p:spPr>
          <a:xfrm>
            <a:off x="11250895" y="4648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2F9BC4F-9D44-3587-056B-336E1457A6E2}"/>
              </a:ext>
            </a:extLst>
          </p:cNvPr>
          <p:cNvSpPr/>
          <p:nvPr/>
        </p:nvSpPr>
        <p:spPr>
          <a:xfrm>
            <a:off x="685800" y="4998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509D5EC-E7EA-22BC-7C88-C33F509CB5CF}"/>
              </a:ext>
            </a:extLst>
          </p:cNvPr>
          <p:cNvSpPr/>
          <p:nvPr/>
        </p:nvSpPr>
        <p:spPr>
          <a:xfrm>
            <a:off x="10998565" y="4730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98E9758-F942-96A0-231D-A25933E4CA82}"/>
              </a:ext>
            </a:extLst>
          </p:cNvPr>
          <p:cNvSpPr/>
          <p:nvPr/>
        </p:nvSpPr>
        <p:spPr>
          <a:xfrm>
            <a:off x="10976145" y="4730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1502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10963655" cy="762001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828800"/>
            <a:ext cx="10963656" cy="434340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400"/>
            </a:lvl1pPr>
            <a:lvl2pPr>
              <a:lnSpc>
                <a:spcPct val="100000"/>
              </a:lnSpc>
              <a:defRPr sz="14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400"/>
            </a:lvl4pPr>
            <a:lvl5pPr>
              <a:lnSpc>
                <a:spcPct val="100000"/>
              </a:lnSpc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1AC2C24E-B95E-481D-968E-0BDCFC72F656}" type="datetime1">
              <a:rPr lang="en-US" smtClean="0"/>
              <a:t>7/14/2026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3177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2C6C0090-085A-1FB3-B3B7-D8DA73A125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172" y="4419600"/>
            <a:ext cx="10963657" cy="1352245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6834447-947D-F9FA-98D1-8BF0FC477A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4172" y="5943600"/>
            <a:ext cx="10963657" cy="609600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2573ACD2-30C7-6922-D14F-66F23CBA377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2000" cy="41148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93852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A813B312-A2CE-16E4-D28B-8DDFF55273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6746" y="685799"/>
            <a:ext cx="7080507" cy="320040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4846D76D-B1D3-9330-420A-6ED740BDB9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76746" y="5277549"/>
            <a:ext cx="7080507" cy="894646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4" name="Picture Placeholder 25">
            <a:extLst>
              <a:ext uri="{FF2B5EF4-FFF2-40B4-BE49-F238E27FC236}">
                <a16:creationId xmlns:a16="http://schemas.microsoft.com/office/drawing/2014/main" id="{982E949F-6B9B-8268-EB83-127C78D4350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3889251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76746" y="6343955"/>
            <a:ext cx="2100482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35138" y="6343955"/>
            <a:ext cx="1458908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83DFFD80-41C6-4EAA-B049-EE90EA550127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D53745E-5DC2-F332-24A5-4F8F509E820B}"/>
              </a:ext>
            </a:extLst>
          </p:cNvPr>
          <p:cNvCxnSpPr/>
          <p:nvPr userDrawn="1"/>
        </p:nvCxnSpPr>
        <p:spPr>
          <a:xfrm>
            <a:off x="4479797" y="4876800"/>
            <a:ext cx="70774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3702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04076" y="685801"/>
            <a:ext cx="4872227" cy="274320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02552" y="5277548"/>
            <a:ext cx="4873752" cy="894639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74A0A082-71CB-3C57-3B74-102869C0CAC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02552" y="6343955"/>
            <a:ext cx="2100482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18883" y="6343955"/>
            <a:ext cx="1475163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44210B3C-79E3-495A-B2C3-EF766F409D04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D373E34-3B51-EAD4-B8AB-256ACA4B8D8C}"/>
              </a:ext>
            </a:extLst>
          </p:cNvPr>
          <p:cNvCxnSpPr>
            <a:cxnSpLocks/>
          </p:cNvCxnSpPr>
          <p:nvPr userDrawn="1"/>
        </p:nvCxnSpPr>
        <p:spPr>
          <a:xfrm>
            <a:off x="6704076" y="4876800"/>
            <a:ext cx="4873752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48603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4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2BC951B-4746-1854-C399-682CFE142A50}"/>
              </a:ext>
            </a:extLst>
          </p:cNvPr>
          <p:cNvCxnSpPr/>
          <p:nvPr userDrawn="1"/>
        </p:nvCxnSpPr>
        <p:spPr>
          <a:xfrm>
            <a:off x="612646" y="4876800"/>
            <a:ext cx="70774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7" y="685799"/>
            <a:ext cx="7080507" cy="320040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6" y="5277549"/>
            <a:ext cx="7080507" cy="894646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6" y="6338703"/>
            <a:ext cx="2070484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887367" y="6338703"/>
            <a:ext cx="1392578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6235515-DA3D-4D9A-9B02-44E2CBD9110F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7279945" y="6342301"/>
            <a:ext cx="429207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E193964F-665E-F49A-D553-C01524CDE0C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302749" y="0"/>
            <a:ext cx="3889251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963613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384F42E-A74C-773B-7B96-F942975CEC14}"/>
              </a:ext>
            </a:extLst>
          </p:cNvPr>
          <p:cNvSpPr/>
          <p:nvPr/>
        </p:nvSpPr>
        <p:spPr>
          <a:xfrm>
            <a:off x="11250895" y="5144929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441727F-19A3-14E1-5EAC-C550CEB6A0D1}"/>
              </a:ext>
            </a:extLst>
          </p:cNvPr>
          <p:cNvSpPr/>
          <p:nvPr/>
        </p:nvSpPr>
        <p:spPr>
          <a:xfrm>
            <a:off x="685800" y="5495424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38F4BC9-7EC1-BB35-827A-12F5DE411031}"/>
              </a:ext>
            </a:extLst>
          </p:cNvPr>
          <p:cNvSpPr/>
          <p:nvPr/>
        </p:nvSpPr>
        <p:spPr>
          <a:xfrm>
            <a:off x="10998565" y="5227361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4B01422-D65E-4B59-B62B-467B2E896592}"/>
              </a:ext>
            </a:extLst>
          </p:cNvPr>
          <p:cNvSpPr/>
          <p:nvPr/>
        </p:nvSpPr>
        <p:spPr>
          <a:xfrm>
            <a:off x="10976145" y="5227366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6" y="1600200"/>
            <a:ext cx="10483927" cy="3492875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9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6" y="5931314"/>
            <a:ext cx="10483927" cy="816864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234111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21509" y="234111"/>
            <a:ext cx="2875064" cy="365125"/>
          </a:xfrm>
        </p:spPr>
        <p:txBody>
          <a:bodyPr>
            <a:noAutofit/>
          </a:bodyPr>
          <a:lstStyle/>
          <a:p>
            <a:fld id="{852BD0B2-E7A7-4B81-8BAF-4B92BD6A4310}" type="datetime1">
              <a:rPr lang="en-US" smtClean="0"/>
              <a:t>7/14/2026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234111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pic>
        <p:nvPicPr>
          <p:cNvPr id="13" name="Line">
            <a:extLst>
              <a:ext uri="{FF2B5EF4-FFF2-40B4-BE49-F238E27FC236}">
                <a16:creationId xmlns:a16="http://schemas.microsoft.com/office/drawing/2014/main" id="{92FB147E-E273-E8B6-AD8E-67F305FC22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71802" y="4038600"/>
            <a:ext cx="10923934" cy="745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9312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8BBA50F-B667-1177-26B1-7D22AB66A6BE}"/>
              </a:ext>
            </a:extLst>
          </p:cNvPr>
          <p:cNvSpPr/>
          <p:nvPr/>
        </p:nvSpPr>
        <p:spPr>
          <a:xfrm>
            <a:off x="11250895" y="4645152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CABC7F5-2293-EB7F-52E5-80715C8DB858}"/>
              </a:ext>
            </a:extLst>
          </p:cNvPr>
          <p:cNvSpPr/>
          <p:nvPr/>
        </p:nvSpPr>
        <p:spPr>
          <a:xfrm>
            <a:off x="685800" y="4995647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6A8C943-7CF3-88D6-95B0-95E7B412DE0F}"/>
              </a:ext>
            </a:extLst>
          </p:cNvPr>
          <p:cNvSpPr/>
          <p:nvPr/>
        </p:nvSpPr>
        <p:spPr>
          <a:xfrm>
            <a:off x="10998565" y="4727584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FB0A8E7-2867-2D3A-F6B7-15ED02236CE8}"/>
              </a:ext>
            </a:extLst>
          </p:cNvPr>
          <p:cNvSpPr/>
          <p:nvPr/>
        </p:nvSpPr>
        <p:spPr>
          <a:xfrm>
            <a:off x="10976145" y="4727589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8" y="5431536"/>
            <a:ext cx="9144001" cy="745198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A0E657DB-59AB-47CC-B4C7-A245A3C76BB1}" type="datetime1">
              <a:rPr lang="en-US" smtClean="0"/>
              <a:t>7/14/2026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B53A7BE5-EAB2-BB8C-D7FC-D78B8A5AF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798"/>
            <a:ext cx="10058400" cy="3355848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90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393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6AC1F45-7001-8B9F-DFF6-7AB9BDFFEEB2}"/>
              </a:ext>
            </a:extLst>
          </p:cNvPr>
          <p:cNvSpPr/>
          <p:nvPr/>
        </p:nvSpPr>
        <p:spPr>
          <a:xfrm>
            <a:off x="11250895" y="5791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4C7D192-E835-0A48-0A40-F45D83E2583F}"/>
              </a:ext>
            </a:extLst>
          </p:cNvPr>
          <p:cNvSpPr/>
          <p:nvPr/>
        </p:nvSpPr>
        <p:spPr>
          <a:xfrm>
            <a:off x="685800" y="6141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FB376E1-8198-EB00-587E-C647BCF364D4}"/>
              </a:ext>
            </a:extLst>
          </p:cNvPr>
          <p:cNvSpPr/>
          <p:nvPr/>
        </p:nvSpPr>
        <p:spPr>
          <a:xfrm>
            <a:off x="10998565" y="5873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F94599F-6DE1-A082-E9E1-D732956078AB}"/>
              </a:ext>
            </a:extLst>
          </p:cNvPr>
          <p:cNvSpPr/>
          <p:nvPr/>
        </p:nvSpPr>
        <p:spPr>
          <a:xfrm>
            <a:off x="10976145" y="5873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600" y="990600"/>
            <a:ext cx="10058400" cy="5029200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11000" dirty="0"/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137388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93929" y="137388"/>
            <a:ext cx="2202644" cy="365125"/>
          </a:xfrm>
        </p:spPr>
        <p:txBody>
          <a:bodyPr>
            <a:noAutofit/>
          </a:bodyPr>
          <a:lstStyle/>
          <a:p>
            <a:fld id="{1415DC98-F527-4737-A5B9-3597210FA2F7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137388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6496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1C10CD-8205-284F-2921-9485E7A98F0D}"/>
              </a:ext>
            </a:extLst>
          </p:cNvPr>
          <p:cNvSpPr/>
          <p:nvPr/>
        </p:nvSpPr>
        <p:spPr>
          <a:xfrm>
            <a:off x="11250895" y="5791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75DFD7E-DC78-4573-96D7-845D38E0273E}"/>
              </a:ext>
            </a:extLst>
          </p:cNvPr>
          <p:cNvSpPr/>
          <p:nvPr/>
        </p:nvSpPr>
        <p:spPr>
          <a:xfrm>
            <a:off x="685800" y="6141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FCC10B5-4890-B43F-DE24-5200F4E75EEB}"/>
              </a:ext>
            </a:extLst>
          </p:cNvPr>
          <p:cNvSpPr/>
          <p:nvPr/>
        </p:nvSpPr>
        <p:spPr>
          <a:xfrm>
            <a:off x="10998565" y="5873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D5586E6-D520-6A63-5060-BF06C136BEF5}"/>
              </a:ext>
            </a:extLst>
          </p:cNvPr>
          <p:cNvSpPr/>
          <p:nvPr/>
        </p:nvSpPr>
        <p:spPr>
          <a:xfrm>
            <a:off x="10976145" y="5873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600" y="990600"/>
            <a:ext cx="10058400" cy="5029200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11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137388"/>
            <a:ext cx="2805405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93929" y="137388"/>
            <a:ext cx="2202644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2188889-44B4-42BD-84DC-2D1A93FD44C7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137388"/>
            <a:ext cx="429207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8995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FADE904-3C65-5E48-6B12-22998C2ADF5E}"/>
              </a:ext>
            </a:extLst>
          </p:cNvPr>
          <p:cNvSpPr/>
          <p:nvPr/>
        </p:nvSpPr>
        <p:spPr>
          <a:xfrm>
            <a:off x="11250895" y="2172321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16963C8-87F3-6B42-F30F-1915935FA752}"/>
              </a:ext>
            </a:extLst>
          </p:cNvPr>
          <p:cNvSpPr/>
          <p:nvPr/>
        </p:nvSpPr>
        <p:spPr>
          <a:xfrm>
            <a:off x="685800" y="2522816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F0C119A-1D9E-D43F-8A7E-D24C1B551326}"/>
              </a:ext>
            </a:extLst>
          </p:cNvPr>
          <p:cNvSpPr/>
          <p:nvPr/>
        </p:nvSpPr>
        <p:spPr>
          <a:xfrm>
            <a:off x="10998565" y="2254753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2018CE4-7594-0746-8B7E-8DEC95CB8822}"/>
              </a:ext>
            </a:extLst>
          </p:cNvPr>
          <p:cNvSpPr/>
          <p:nvPr/>
        </p:nvSpPr>
        <p:spPr>
          <a:xfrm>
            <a:off x="10976145" y="2254758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185" y="685800"/>
            <a:ext cx="9141415" cy="1532788"/>
          </a:xfrm>
        </p:spPr>
        <p:txBody>
          <a:bodyPr anchor="b">
            <a:no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185" y="2958705"/>
            <a:ext cx="9141415" cy="3213494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Font typeface="+mj-lt"/>
              <a:buNone/>
              <a:defRPr sz="1800"/>
            </a:lvl1pPr>
            <a:lvl2pPr marL="228600" indent="0">
              <a:lnSpc>
                <a:spcPct val="150000"/>
              </a:lnSpc>
              <a:buFont typeface="+mj-lt"/>
              <a:buNone/>
              <a:defRPr sz="1800"/>
            </a:lvl2pPr>
            <a:lvl3pPr marL="457200" indent="0">
              <a:lnSpc>
                <a:spcPct val="150000"/>
              </a:lnSpc>
              <a:buFont typeface="+mj-lt"/>
              <a:buNone/>
              <a:defRPr sz="1800"/>
            </a:lvl3pPr>
            <a:lvl4pPr marL="685800" indent="0">
              <a:lnSpc>
                <a:spcPct val="150000"/>
              </a:lnSpc>
              <a:buFont typeface="+mj-lt"/>
              <a:buNone/>
              <a:defRPr sz="1800"/>
            </a:lvl4pPr>
            <a:lvl5pPr marL="914400" indent="0">
              <a:lnSpc>
                <a:spcPct val="150000"/>
              </a:lnSpc>
              <a:buFont typeface="+mj-lt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96A40708-E793-490B-9201-425C8D1F325C}" type="datetime1">
              <a:rPr lang="en-US" smtClean="0"/>
              <a:t>7/14/2026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324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5999" y="685800"/>
            <a:ext cx="5480304" cy="1818050"/>
          </a:xfrm>
        </p:spPr>
        <p:txBody>
          <a:bodyPr anchor="t">
            <a:noAutofit/>
          </a:bodyPr>
          <a:lstStyle>
            <a:lvl1pPr>
              <a:defRPr sz="90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AF861DB-D5EF-3FC9-7595-570C8498D7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5477256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3189770"/>
            <a:ext cx="5480304" cy="2982429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Font typeface="+mj-lt"/>
              <a:buNone/>
              <a:defRPr sz="1800"/>
            </a:lvl1pPr>
            <a:lvl2pPr marL="228600" indent="0">
              <a:lnSpc>
                <a:spcPct val="150000"/>
              </a:lnSpc>
              <a:buFont typeface="+mj-lt"/>
              <a:buNone/>
              <a:defRPr sz="1800"/>
            </a:lvl2pPr>
            <a:lvl3pPr marL="457200" indent="0">
              <a:lnSpc>
                <a:spcPct val="150000"/>
              </a:lnSpc>
              <a:buFont typeface="+mj-lt"/>
              <a:buNone/>
              <a:defRPr sz="1800"/>
            </a:lvl3pPr>
            <a:lvl4pPr marL="685800" indent="0">
              <a:lnSpc>
                <a:spcPct val="150000"/>
              </a:lnSpc>
              <a:buFont typeface="+mj-lt"/>
              <a:buNone/>
              <a:defRPr sz="1800"/>
            </a:lvl4pPr>
            <a:lvl5pPr>
              <a:lnSpc>
                <a:spcPct val="150000"/>
              </a:lnSpc>
              <a:buFont typeface="+mj-lt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9C1A172-F829-D2DE-BDB2-B86E6ACE1886}"/>
              </a:ext>
            </a:extLst>
          </p:cNvPr>
          <p:cNvCxnSpPr>
            <a:cxnSpLocks/>
          </p:cNvCxnSpPr>
          <p:nvPr userDrawn="1"/>
        </p:nvCxnSpPr>
        <p:spPr>
          <a:xfrm>
            <a:off x="6095999" y="2743200"/>
            <a:ext cx="54772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343955"/>
            <a:ext cx="2985400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5886" y="6343955"/>
            <a:ext cx="1553108" cy="365125"/>
          </a:xfrm>
        </p:spPr>
        <p:txBody>
          <a:bodyPr>
            <a:noAutofit/>
          </a:bodyPr>
          <a:lstStyle/>
          <a:p>
            <a:fld id="{C1968991-530B-4F8D-80FE-2192BD2DD5A5}" type="datetime1">
              <a:rPr lang="en-US" smtClean="0"/>
              <a:t>7/14/2026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0176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824824"/>
            <a:ext cx="6397753" cy="1527976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3505200"/>
            <a:ext cx="4568953" cy="1645198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1400" dirty="0"/>
            </a:lvl1pPr>
            <a:lvl2pPr>
              <a:defRPr lang="en-US" sz="1400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C23477E6-5CE8-4544-92C7-AEB7D166FD7D}" type="datetime1">
              <a:rPr lang="en-US" smtClean="0"/>
              <a:t>7/14/2026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89251BE-373D-9B13-B9E2-73DFEBE40118}"/>
              </a:ext>
            </a:extLst>
          </p:cNvPr>
          <p:cNvSpPr/>
          <p:nvPr/>
        </p:nvSpPr>
        <p:spPr>
          <a:xfrm>
            <a:off x="11250895" y="5791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698E032-CDEE-AA9B-44A7-CE5EBB6948C0}"/>
              </a:ext>
            </a:extLst>
          </p:cNvPr>
          <p:cNvSpPr/>
          <p:nvPr/>
        </p:nvSpPr>
        <p:spPr>
          <a:xfrm>
            <a:off x="685800" y="6141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C778913-9F6C-8FDD-B123-16048004EC56}"/>
              </a:ext>
            </a:extLst>
          </p:cNvPr>
          <p:cNvSpPr/>
          <p:nvPr/>
        </p:nvSpPr>
        <p:spPr>
          <a:xfrm>
            <a:off x="10998565" y="5873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6283179-133D-0E64-C08A-4D59C8B2F9DB}"/>
              </a:ext>
            </a:extLst>
          </p:cNvPr>
          <p:cNvSpPr/>
          <p:nvPr/>
        </p:nvSpPr>
        <p:spPr>
          <a:xfrm>
            <a:off x="10976145" y="5873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5455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85800"/>
            <a:ext cx="3654553" cy="3657600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1" y="685800"/>
            <a:ext cx="4572000" cy="365760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3EB29E-E91D-4BC9-BE3F-394F6FDC9AC7}" type="datetime1">
              <a:rPr lang="en-US" smtClean="0"/>
              <a:t>7/14/2026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662DADE-FB83-6BD4-1D72-E22F0783A67E}"/>
              </a:ext>
            </a:extLst>
          </p:cNvPr>
          <p:cNvSpPr/>
          <p:nvPr/>
        </p:nvSpPr>
        <p:spPr>
          <a:xfrm>
            <a:off x="11254003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7CD6A0-64A5-5058-DFD2-8DD1FAF7BEEB}"/>
              </a:ext>
            </a:extLst>
          </p:cNvPr>
          <p:cNvSpPr/>
          <p:nvPr/>
        </p:nvSpPr>
        <p:spPr>
          <a:xfrm>
            <a:off x="10866791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E8E4321-3109-17F5-C530-4108033F07F5}"/>
              </a:ext>
            </a:extLst>
          </p:cNvPr>
          <p:cNvSpPr/>
          <p:nvPr/>
        </p:nvSpPr>
        <p:spPr>
          <a:xfrm>
            <a:off x="11003886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AAD0450-E765-A0E1-7C56-37246411FDD0}"/>
              </a:ext>
            </a:extLst>
          </p:cNvPr>
          <p:cNvSpPr/>
          <p:nvPr/>
        </p:nvSpPr>
        <p:spPr>
          <a:xfrm>
            <a:off x="10981626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4037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05E2B5C-398A-3F2F-4BCC-FFF94D44632F}"/>
              </a:ext>
            </a:extLst>
          </p:cNvPr>
          <p:cNvSpPr/>
          <p:nvPr/>
        </p:nvSpPr>
        <p:spPr>
          <a:xfrm>
            <a:off x="11250895" y="5407944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2897460-3A7D-EC5C-76B9-2725193E10AF}"/>
              </a:ext>
            </a:extLst>
          </p:cNvPr>
          <p:cNvSpPr/>
          <p:nvPr/>
        </p:nvSpPr>
        <p:spPr>
          <a:xfrm>
            <a:off x="685800" y="5758439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742E741-698E-A2B8-7BD5-9DE89C610C2F}"/>
              </a:ext>
            </a:extLst>
          </p:cNvPr>
          <p:cNvSpPr/>
          <p:nvPr/>
        </p:nvSpPr>
        <p:spPr>
          <a:xfrm>
            <a:off x="10998565" y="5490376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A04551B-2E70-1734-DA15-F26ABEC9D9D0}"/>
              </a:ext>
            </a:extLst>
          </p:cNvPr>
          <p:cNvSpPr/>
          <p:nvPr/>
        </p:nvSpPr>
        <p:spPr>
          <a:xfrm>
            <a:off x="10976145" y="5490381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3654553" cy="4083580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0" y="685800"/>
            <a:ext cx="6045390" cy="4083579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AD7DA-2107-4637-8C8D-3B775970879B}" type="datetime1">
              <a:rPr lang="en-US" smtClean="0"/>
              <a:t>7/14/2026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46672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85B71F7-9EDC-DB6C-D713-7ACE3A2EADC0}"/>
              </a:ext>
            </a:extLst>
          </p:cNvPr>
          <p:cNvSpPr/>
          <p:nvPr/>
        </p:nvSpPr>
        <p:spPr>
          <a:xfrm>
            <a:off x="968457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5842DDA-AD76-0064-2B85-CB145F4CE540}"/>
              </a:ext>
            </a:extLst>
          </p:cNvPr>
          <p:cNvSpPr/>
          <p:nvPr/>
        </p:nvSpPr>
        <p:spPr>
          <a:xfrm>
            <a:off x="581245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5E58AC6-620E-20FA-E8F5-375DA2977A43}"/>
              </a:ext>
            </a:extLst>
          </p:cNvPr>
          <p:cNvSpPr/>
          <p:nvPr/>
        </p:nvSpPr>
        <p:spPr>
          <a:xfrm>
            <a:off x="718340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EA14E2E-5098-2800-A72C-138A5840365C}"/>
              </a:ext>
            </a:extLst>
          </p:cNvPr>
          <p:cNvSpPr/>
          <p:nvPr/>
        </p:nvSpPr>
        <p:spPr>
          <a:xfrm>
            <a:off x="696080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685800"/>
            <a:ext cx="3652523" cy="4102460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0" y="685800"/>
            <a:ext cx="6394703" cy="5455003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659F5542-E2F9-4DC1-8AB7-8E5D8714BD21}" type="datetime1">
              <a:rPr lang="en-US" smtClean="0"/>
              <a:t>7/14/2026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2417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94DE839-4377-D8CF-B2A4-D0C3E0F49821}"/>
              </a:ext>
            </a:extLst>
          </p:cNvPr>
          <p:cNvSpPr/>
          <p:nvPr/>
        </p:nvSpPr>
        <p:spPr>
          <a:xfrm>
            <a:off x="968457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5E5478-C025-8AD6-B7FE-E95C356E887C}"/>
              </a:ext>
            </a:extLst>
          </p:cNvPr>
          <p:cNvSpPr/>
          <p:nvPr/>
        </p:nvSpPr>
        <p:spPr>
          <a:xfrm>
            <a:off x="581245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0EF54C8-1B9C-18F9-4647-D96F1A37BC05}"/>
              </a:ext>
            </a:extLst>
          </p:cNvPr>
          <p:cNvSpPr/>
          <p:nvPr/>
        </p:nvSpPr>
        <p:spPr>
          <a:xfrm>
            <a:off x="718340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C1B42D9-101B-9822-0BAF-F80E962BB4CD}"/>
              </a:ext>
            </a:extLst>
          </p:cNvPr>
          <p:cNvSpPr/>
          <p:nvPr/>
        </p:nvSpPr>
        <p:spPr>
          <a:xfrm>
            <a:off x="696080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85800"/>
            <a:ext cx="3654554" cy="4550251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0" y="685800"/>
            <a:ext cx="6394703" cy="546401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4597AFA7-1C4B-4AAF-9FD8-61D1DA4C999A}" type="datetime1">
              <a:rPr lang="en-US" smtClean="0"/>
              <a:t>7/14/2026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16702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AC2E340-F7F3-5093-0E0A-41015057E720}"/>
              </a:ext>
            </a:extLst>
          </p:cNvPr>
          <p:cNvCxnSpPr/>
          <p:nvPr userDrawn="1"/>
        </p:nvCxnSpPr>
        <p:spPr>
          <a:xfrm>
            <a:off x="5191026" y="2362200"/>
            <a:ext cx="63916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026" y="685807"/>
            <a:ext cx="6391374" cy="137200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F6718FE-EF5C-5023-A98D-91BFEF2C033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560454" cy="68580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80729" y="2743204"/>
            <a:ext cx="6395573" cy="3428989"/>
          </a:xfrm>
        </p:spPr>
        <p:txBody>
          <a:bodyPr>
            <a:noAutofit/>
          </a:bodyPr>
          <a:lstStyle>
            <a:lvl1pPr>
              <a:defRPr sz="1400">
                <a:solidFill>
                  <a:schemeClr val="tx2"/>
                </a:solidFill>
              </a:defRPr>
            </a:lvl1pPr>
            <a:lvl2pPr>
              <a:defRPr sz="1400">
                <a:solidFill>
                  <a:schemeClr val="tx2"/>
                </a:solidFill>
              </a:defRPr>
            </a:lvl2pPr>
            <a:lvl3pPr>
              <a:defRPr sz="14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191026" y="6343825"/>
            <a:ext cx="3364903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030713" y="6343955"/>
            <a:ext cx="2060808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F5F7DF4-8BE0-4832-9230-78DDDEC4B6DD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89368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881EABF-B6BB-1FBF-962C-A6A6C8C2418A}"/>
              </a:ext>
            </a:extLst>
          </p:cNvPr>
          <p:cNvCxnSpPr/>
          <p:nvPr userDrawn="1"/>
        </p:nvCxnSpPr>
        <p:spPr>
          <a:xfrm>
            <a:off x="612647" y="2359152"/>
            <a:ext cx="6336792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4"/>
            <a:ext cx="6391374" cy="1371996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3" y="2742645"/>
            <a:ext cx="6391247" cy="3429551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774" y="6346865"/>
            <a:ext cx="2805405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886895" y="6346865"/>
            <a:ext cx="1607270" cy="365125"/>
          </a:xfrm>
        </p:spPr>
        <p:txBody>
          <a:bodyPr>
            <a:noAutofit/>
          </a:bodyPr>
          <a:lstStyle/>
          <a:p>
            <a:fld id="{DD3D21CC-B9C8-49F6-ADE7-6BF4A546A74E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530932" y="634686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35EC8126-6431-465A-8AC3-0118DD8825B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631546" y="1"/>
            <a:ext cx="4560454" cy="68580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985427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8303" y="685800"/>
            <a:ext cx="6858000" cy="1111532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D2B02E8B-EB97-8158-B585-0E0E95CF40C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100267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18303" y="1965960"/>
            <a:ext cx="6858000" cy="420019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724397" y="6343954"/>
            <a:ext cx="3422906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945699" y="6343955"/>
            <a:ext cx="2150873" cy="365125"/>
          </a:xfrm>
        </p:spPr>
        <p:txBody>
          <a:bodyPr>
            <a:noAutofit/>
          </a:bodyPr>
          <a:lstStyle/>
          <a:p>
            <a:fld id="{40723AE1-14A9-42B1-9F02-B524DA830762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6216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6858000" cy="1111532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965960"/>
            <a:ext cx="6858000" cy="420019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6870"/>
            <a:ext cx="2805405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115853" y="6346870"/>
            <a:ext cx="2925587" cy="365125"/>
          </a:xfrm>
        </p:spPr>
        <p:txBody>
          <a:bodyPr>
            <a:noAutofit/>
          </a:bodyPr>
          <a:lstStyle/>
          <a:p>
            <a:fld id="{C1166B1E-1AFA-4A7F-9646-409FBAA0A887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346870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62236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10400" y="685800"/>
            <a:ext cx="4561665" cy="1371264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EEEFBBBB-A526-5A93-34B8-A377087586A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" y="0"/>
            <a:ext cx="639046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20736" y="2286000"/>
            <a:ext cx="4561665" cy="388620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20736" y="6343955"/>
            <a:ext cx="2105099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375067" y="6343955"/>
            <a:ext cx="1772029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2240801-1142-4411-9AA3-00BC0B3F40DA}" type="datetime1">
              <a:rPr lang="en-US" smtClean="0"/>
              <a:t>7/14/2026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69922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685800"/>
            <a:ext cx="4572002" cy="1371264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599" y="2286000"/>
            <a:ext cx="4561666" cy="388620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3C6055EC-0CB7-A026-AE8C-74A36F768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599" y="6343955"/>
            <a:ext cx="2105099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13" name="Date Placeholder 4">
            <a:extLst>
              <a:ext uri="{FF2B5EF4-FFF2-40B4-BE49-F238E27FC236}">
                <a16:creationId xmlns:a16="http://schemas.microsoft.com/office/drawing/2014/main" id="{AE86096B-57D4-1243-A86D-1D5E7DC3A7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63930" y="6343955"/>
            <a:ext cx="1772029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CFA9782-9FBA-47E1-A36A-E75622F7046E}" type="datetime1">
              <a:rPr lang="en-US" smtClean="0"/>
              <a:t>7/14/2026</a:t>
            </a:fld>
            <a:endParaRPr lang="en-US"/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A98A8E55-200E-96B4-1462-6DA457A20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35959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48233842-32AB-C53C-CA20-8101D4E63DC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801536" y="0"/>
            <a:ext cx="639046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94704537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4" y="687787"/>
            <a:ext cx="3363259" cy="1993392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58414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1" y="2880360"/>
            <a:ext cx="3363259" cy="3274612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212663" y="6343955"/>
            <a:ext cx="2012061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224724" y="6343955"/>
            <a:ext cx="922372" cy="365125"/>
          </a:xfrm>
        </p:spPr>
        <p:txBody>
          <a:bodyPr>
            <a:noAutofit/>
          </a:bodyPr>
          <a:lstStyle/>
          <a:p>
            <a:fld id="{AA28231D-ABE1-4859-B037-5D42FA8F4858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447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8" y="685800"/>
            <a:ext cx="3364992" cy="1996301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698" y="2880360"/>
            <a:ext cx="3364992" cy="323485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Footer Placeholder 8">
            <a:extLst>
              <a:ext uri="{FF2B5EF4-FFF2-40B4-BE49-F238E27FC236}">
                <a16:creationId xmlns:a16="http://schemas.microsoft.com/office/drawing/2014/main" id="{C119522C-433C-CA02-AD5B-2ABB39A4162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5698" y="6343955"/>
            <a:ext cx="2012061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E76C67AD-99A1-8DF0-C332-BB3E0C537172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627759" y="6343955"/>
            <a:ext cx="922372" cy="365125"/>
          </a:xfrm>
        </p:spPr>
        <p:txBody>
          <a:bodyPr>
            <a:noAutofit/>
          </a:bodyPr>
          <a:lstStyle/>
          <a:p>
            <a:fld id="{AAA916C4-9175-479B-9610-7E06A2EDFEE0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13" name="Slide Number Placeholder 9">
            <a:extLst>
              <a:ext uri="{FF2B5EF4-FFF2-40B4-BE49-F238E27FC236}">
                <a16:creationId xmlns:a16="http://schemas.microsoft.com/office/drawing/2014/main" id="{C8D2CF7B-FF7A-7960-DB96-2B1846DA41A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550131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B08A763A-F1F9-D459-6C34-39765662759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07856" y="0"/>
            <a:ext cx="758414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196436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39200" y="685800"/>
            <a:ext cx="2748115" cy="2743200"/>
          </a:xfrm>
          <a:noFill/>
        </p:spPr>
        <p:txBody>
          <a:bodyPr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487E718-4223-B4DB-C92A-99E891E642B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822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39200" y="3703320"/>
            <a:ext cx="2743201" cy="2476061"/>
          </a:xfrm>
          <a:noFill/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4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39200" y="6343955"/>
            <a:ext cx="1404460" cy="365125"/>
          </a:xfrm>
          <a:noFill/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343955"/>
            <a:ext cx="854573" cy="365125"/>
          </a:xfrm>
          <a:noFill/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1AD2788-6390-4160-9542-0F1C554F0165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  <a:noFill/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54980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7" y="685800"/>
            <a:ext cx="2748114" cy="2743200"/>
          </a:xfrm>
        </p:spPr>
        <p:txBody>
          <a:bodyPr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691" y="3703320"/>
            <a:ext cx="2743200" cy="2476061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4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Footer Placeholder 5">
            <a:extLst>
              <a:ext uri="{FF2B5EF4-FFF2-40B4-BE49-F238E27FC236}">
                <a16:creationId xmlns:a16="http://schemas.microsoft.com/office/drawing/2014/main" id="{644F6AEF-CB45-AC6F-F205-7AB277670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697" y="6343955"/>
            <a:ext cx="1404460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4" name="Date Placeholder 4">
            <a:extLst>
              <a:ext uri="{FF2B5EF4-FFF2-40B4-BE49-F238E27FC236}">
                <a16:creationId xmlns:a16="http://schemas.microsoft.com/office/drawing/2014/main" id="{980DDA2F-B408-A7AF-463F-3F6ED55C1A9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069019" y="6343955"/>
            <a:ext cx="854573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6E6CDFB-328D-4B9A-B955-967B0C6194A8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16" name="Slide Number Placeholder 6">
            <a:extLst>
              <a:ext uri="{FF2B5EF4-FFF2-40B4-BE49-F238E27FC236}">
                <a16:creationId xmlns:a16="http://schemas.microsoft.com/office/drawing/2014/main" id="{9C6A3F52-E7A3-B732-2650-C47F8BE25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923593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80894EEF-95B5-F8FE-9FBB-D5DFD413C06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962400" y="0"/>
            <a:ext cx="822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26115477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4343400"/>
            <a:ext cx="4019522" cy="1159931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E0CE544-3552-FE00-5B00-942E522A2A5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2192000" cy="38862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81600" y="4343400"/>
            <a:ext cx="6400800" cy="1159931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4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0A994DB4-9653-4FD4-8A14-5DAFB68B0E92}" type="datetime1">
              <a:rPr lang="en-US" smtClean="0"/>
              <a:t>7/14/2026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01148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3886200"/>
            <a:ext cx="3044954" cy="2245126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44333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67200" y="3886200"/>
            <a:ext cx="7315199" cy="2245127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b="0" i="0" dirty="0">
                <a:latin typeface="+mn-lt"/>
              </a:defRPr>
            </a:lvl1pPr>
            <a:lvl2pPr marL="228600" indent="0">
              <a:buNone/>
              <a:defRPr lang="en-US" sz="1400" b="0" i="0" dirty="0">
                <a:latin typeface="+mn-lt"/>
              </a:defRPr>
            </a:lvl2pPr>
            <a:lvl3pPr marL="457200" indent="0">
              <a:buNone/>
              <a:defRPr lang="en-US" sz="1400" b="0" i="0" dirty="0">
                <a:latin typeface="+mn-lt"/>
              </a:defRPr>
            </a:lvl3pPr>
            <a:lvl4pPr marL="685800" indent="0">
              <a:buNone/>
              <a:defRPr lang="en-US" sz="1400" b="0" i="0" dirty="0">
                <a:latin typeface="+mn-lt"/>
              </a:defRPr>
            </a:lvl4pPr>
            <a:lvl5pPr marL="914400" indent="0">
              <a:buNone/>
              <a:defRPr lang="en-US" sz="1400" b="0" i="0" dirty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0BECFC22-7333-427C-A7BB-2A423772B9A0}" type="datetime1">
              <a:rPr lang="en-US" smtClean="0"/>
              <a:t>7/14/2026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6600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685800"/>
            <a:ext cx="3044954" cy="2035724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59158" y="685800"/>
            <a:ext cx="7315199" cy="2014665"/>
          </a:xfrm>
        </p:spPr>
        <p:txBody>
          <a:bodyPr vert="horz" lIns="91440" tIns="45720" rIns="91440" bIns="45720" rtlCol="0" anchor="b">
            <a:noAutofit/>
          </a:bodyPr>
          <a:lstStyle>
            <a:lvl1pPr marL="0" indent="0">
              <a:buNone/>
              <a:defRPr lang="en-US" sz="1400" b="0" i="0" dirty="0">
                <a:latin typeface="+mn-lt"/>
              </a:defRPr>
            </a:lvl1pPr>
            <a:lvl2pPr marL="228600" indent="0">
              <a:buNone/>
              <a:defRPr lang="en-US" sz="1400" b="0" i="0" dirty="0">
                <a:latin typeface="+mn-lt"/>
              </a:defRPr>
            </a:lvl2pPr>
            <a:lvl3pPr marL="457200" indent="0">
              <a:buNone/>
              <a:defRPr lang="en-US" sz="1400" b="0" i="0" dirty="0">
                <a:latin typeface="+mn-lt"/>
              </a:defRPr>
            </a:lvl3pPr>
            <a:lvl4pPr marL="685800" indent="0">
              <a:buNone/>
              <a:defRPr lang="en-US" sz="1400" b="0" i="0" dirty="0">
                <a:latin typeface="+mn-lt"/>
              </a:defRPr>
            </a:lvl4pPr>
            <a:lvl5pPr marL="914400" indent="0">
              <a:buNone/>
              <a:defRPr lang="en-US" sz="1400" b="0" i="0" dirty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" y="2896372"/>
            <a:ext cx="2791027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65894" y="2896372"/>
            <a:ext cx="1559379" cy="365125"/>
          </a:xfrm>
        </p:spPr>
        <p:txBody>
          <a:bodyPr>
            <a:noAutofit/>
          </a:bodyPr>
          <a:lstStyle/>
          <a:p>
            <a:fld id="{B78D85C6-8657-43F4-BE68-8F80962A5435}" type="datetime1">
              <a:rPr lang="en-US" smtClean="0"/>
              <a:t>7/14/2026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5151" y="2896372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4178283B-8F20-CAA0-928D-318B857F959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3414669"/>
            <a:ext cx="12192000" cy="344333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0767299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4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8"/>
            <a:ext cx="5483353" cy="1388318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2651760"/>
            <a:ext cx="5483352" cy="352185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B12E0E-A617-768A-7E0E-472481185B12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717792" y="685807"/>
            <a:ext cx="4864608" cy="548637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C1D70B4-629A-1A3A-D1BB-D35C3AED4BAD}"/>
              </a:ext>
            </a:extLst>
          </p:cNvPr>
          <p:cNvCxnSpPr>
            <a:cxnSpLocks/>
          </p:cNvCxnSpPr>
          <p:nvPr userDrawn="1"/>
        </p:nvCxnSpPr>
        <p:spPr>
          <a:xfrm>
            <a:off x="609600" y="2362229"/>
            <a:ext cx="5486400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ooter Placeholder 7">
            <a:extLst>
              <a:ext uri="{FF2B5EF4-FFF2-40B4-BE49-F238E27FC236}">
                <a16:creationId xmlns:a16="http://schemas.microsoft.com/office/drawing/2014/main" id="{8F922763-A12B-44C2-4F2D-AAD3B317EC9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7" y="6343955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11" name="Date Placeholder 6">
            <a:extLst>
              <a:ext uri="{FF2B5EF4-FFF2-40B4-BE49-F238E27FC236}">
                <a16:creationId xmlns:a16="http://schemas.microsoft.com/office/drawing/2014/main" id="{88D44AB0-B4BD-5097-DB6C-0B96B75B1DA6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8893929" y="6343955"/>
            <a:ext cx="2202644" cy="365125"/>
          </a:xfrm>
        </p:spPr>
        <p:txBody>
          <a:bodyPr>
            <a:noAutofit/>
          </a:bodyPr>
          <a:lstStyle/>
          <a:p>
            <a:fld id="{59D65A6B-59CD-4A95-97A1-5003425BCE52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14" name="Slide Number Placeholder 8">
            <a:extLst>
              <a:ext uri="{FF2B5EF4-FFF2-40B4-BE49-F238E27FC236}">
                <a16:creationId xmlns:a16="http://schemas.microsoft.com/office/drawing/2014/main" id="{8EA9CC9C-E71E-C316-0680-F4BD6EDC87C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3340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9753" cy="898525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4E15E62-FEF2-298A-EC8D-72D59188CB27}"/>
              </a:ext>
            </a:extLst>
          </p:cNvPr>
          <p:cNvCxnSpPr>
            <a:cxnSpLocks/>
          </p:cNvCxnSpPr>
          <p:nvPr userDrawn="1"/>
        </p:nvCxnSpPr>
        <p:spPr>
          <a:xfrm>
            <a:off x="609600" y="1905000"/>
            <a:ext cx="10972800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" y="2286012"/>
            <a:ext cx="5479474" cy="298765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4892D5B-0772-8929-54F9-AA16EED38E2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715575" y="2285301"/>
            <a:ext cx="4863778" cy="3886188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3955"/>
            <a:ext cx="2642932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86595" y="6343955"/>
            <a:ext cx="1449697" cy="365125"/>
          </a:xfrm>
        </p:spPr>
        <p:txBody>
          <a:bodyPr>
            <a:noAutofit/>
          </a:bodyPr>
          <a:lstStyle/>
          <a:p>
            <a:fld id="{AEBE612C-E459-4252-B286-C98BDF4C5E92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36293" y="6343955"/>
            <a:ext cx="443060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42421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9903" y="685807"/>
            <a:ext cx="5486400" cy="1388302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Picture Placeholder 5">
            <a:extLst>
              <a:ext uri="{FF2B5EF4-FFF2-40B4-BE49-F238E27FC236}">
                <a16:creationId xmlns:a16="http://schemas.microsoft.com/office/drawing/2014/main" id="{3F8ACB4F-E132-97B5-797E-ADFB9AC8345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6658" y="685807"/>
            <a:ext cx="4864608" cy="548637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89903" y="2650330"/>
            <a:ext cx="5486400" cy="3521854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0415657-C9CC-A8DC-C841-09A42AC901EC}"/>
              </a:ext>
            </a:extLst>
          </p:cNvPr>
          <p:cNvCxnSpPr>
            <a:cxnSpLocks/>
          </p:cNvCxnSpPr>
          <p:nvPr userDrawn="1"/>
        </p:nvCxnSpPr>
        <p:spPr>
          <a:xfrm>
            <a:off x="6089903" y="2362219"/>
            <a:ext cx="5486400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D65827FC-FBF0-2A7B-2AE9-11D916DB970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7" y="6343955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6">
            <a:extLst>
              <a:ext uri="{FF2B5EF4-FFF2-40B4-BE49-F238E27FC236}">
                <a16:creationId xmlns:a16="http://schemas.microsoft.com/office/drawing/2014/main" id="{7D3F37AD-0904-9EC0-EFEE-899B457A4536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8893929" y="6343955"/>
            <a:ext cx="2202644" cy="365125"/>
          </a:xfrm>
        </p:spPr>
        <p:txBody>
          <a:bodyPr>
            <a:noAutofit/>
          </a:bodyPr>
          <a:lstStyle/>
          <a:p>
            <a:fld id="{D8568ADA-B78D-4076-A9DF-6C8E04B71243}" type="datetime1">
              <a:rPr lang="en-US" smtClean="0"/>
              <a:t>7/14/2026</a:t>
            </a:fld>
            <a:endParaRPr lang="en-US"/>
          </a:p>
        </p:txBody>
      </p:sp>
      <p:sp>
        <p:nvSpPr>
          <p:cNvPr id="6" name="Slide Number Placeholder 8">
            <a:extLst>
              <a:ext uri="{FF2B5EF4-FFF2-40B4-BE49-F238E27FC236}">
                <a16:creationId xmlns:a16="http://schemas.microsoft.com/office/drawing/2014/main" id="{655EC9E8-1A84-6C33-ADB3-D40020F5090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58293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685800"/>
            <a:ext cx="4564763" cy="1426798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5580E71-5349-7975-EE00-1D48FBB4552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599" y="2514600"/>
            <a:ext cx="4564763" cy="3636598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90060" y="685800"/>
            <a:ext cx="5792341" cy="5465398"/>
          </a:xfrm>
        </p:spPr>
        <p:txBody>
          <a:bodyPr anchor="b"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E3ED234F-BBE0-48A3-AC31-D10A1F3BC187}" type="datetime1">
              <a:rPr lang="en-US" smtClean="0"/>
              <a:t>7/14/2026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96221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891102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2EC4665C-5805-BDA9-0EA4-387D86C88AB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2647" y="2057400"/>
            <a:ext cx="2740153" cy="4091502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1" y="2057400"/>
            <a:ext cx="7766302" cy="4091502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AA0D3809-2B53-482D-AD1B-8B09C4B2656C}" type="datetime1">
              <a:rPr lang="en-US" smtClean="0"/>
              <a:t>7/14/2026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01948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1DA757D-A9AE-985A-6EEE-C02E46D45DC9}"/>
              </a:ext>
            </a:extLst>
          </p:cNvPr>
          <p:cNvSpPr/>
          <p:nvPr/>
        </p:nvSpPr>
        <p:spPr>
          <a:xfrm>
            <a:off x="11250895" y="43434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71E517F-7D77-FEA1-94A2-D8522A1BF181}"/>
              </a:ext>
            </a:extLst>
          </p:cNvPr>
          <p:cNvSpPr/>
          <p:nvPr/>
        </p:nvSpPr>
        <p:spPr>
          <a:xfrm>
            <a:off x="685800" y="46938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62EAE4C-19D0-A0E4-1FDC-967BD2694E6F}"/>
              </a:ext>
            </a:extLst>
          </p:cNvPr>
          <p:cNvSpPr/>
          <p:nvPr/>
        </p:nvSpPr>
        <p:spPr>
          <a:xfrm>
            <a:off x="10998565" y="44258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7E35C93-E0FF-6186-7502-985D78DA9B28}"/>
              </a:ext>
            </a:extLst>
          </p:cNvPr>
          <p:cNvSpPr/>
          <p:nvPr/>
        </p:nvSpPr>
        <p:spPr>
          <a:xfrm>
            <a:off x="10976145" y="44258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D4E889F8-D8CB-1564-17A8-26A2F4258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025460"/>
            <a:ext cx="9144000" cy="868680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1800" cap="none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3B51AE5-91E2-069A-7DF2-EB394DA25E2D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82484" y="1143000"/>
            <a:ext cx="10115679" cy="3474720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28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 algn="l" rtl="0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 algn="r" rtl="0">
              <a:defRPr>
                <a:solidFill>
                  <a:schemeClr val="tx1"/>
                </a:solidFill>
              </a:defRPr>
            </a:lvl1pPr>
          </a:lstStyle>
          <a:p>
            <a:fld id="{154F04C1-B149-48D4-90B8-E64820B32F59}" type="datetime1">
              <a:rPr lang="en-US" smtClean="0"/>
              <a:t>7/14/2026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 algn="r" rtl="0"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1203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FE73F6F-B481-328B-CE64-8485DC66B8EA}"/>
              </a:ext>
            </a:extLst>
          </p:cNvPr>
          <p:cNvSpPr/>
          <p:nvPr/>
        </p:nvSpPr>
        <p:spPr>
          <a:xfrm>
            <a:off x="11254003" y="729226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7D968F-BFC6-694E-9A7C-A113E7DEBF65}"/>
              </a:ext>
            </a:extLst>
          </p:cNvPr>
          <p:cNvSpPr/>
          <p:nvPr/>
        </p:nvSpPr>
        <p:spPr>
          <a:xfrm>
            <a:off x="10866791" y="1080910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77A14AD-A403-0816-9FED-F4E7BB405B17}"/>
              </a:ext>
            </a:extLst>
          </p:cNvPr>
          <p:cNvSpPr/>
          <p:nvPr/>
        </p:nvSpPr>
        <p:spPr>
          <a:xfrm>
            <a:off x="11003886" y="811408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C5DE6E3-5C5B-04A2-6D84-63D852F6062A}"/>
              </a:ext>
            </a:extLst>
          </p:cNvPr>
          <p:cNvSpPr/>
          <p:nvPr/>
        </p:nvSpPr>
        <p:spPr>
          <a:xfrm>
            <a:off x="10981626" y="811414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6D258FD5-5B6B-DBB1-0F00-D02C7119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859867"/>
            <a:ext cx="9144000" cy="1097280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1800" cap="none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12">
            <a:extLst>
              <a:ext uri="{FF2B5EF4-FFF2-40B4-BE49-F238E27FC236}">
                <a16:creationId xmlns:a16="http://schemas.microsoft.com/office/drawing/2014/main" id="{196BB08E-5668-89FF-C0AE-D8A83C783F7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82484" y="1600199"/>
            <a:ext cx="9171115" cy="3259668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28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1AED7B4-8DB4-40B0-90CF-49D3708442C0}" type="datetime1">
              <a:rPr lang="en-US" smtClean="0"/>
              <a:t>7/14/2026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743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3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132C402C-8B4C-3690-6875-FE157681B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257800"/>
            <a:ext cx="9144000" cy="868680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1800" cap="none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C80DC0CF-9044-3D55-7D8F-4CD97232E3E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82484" y="1143000"/>
            <a:ext cx="10115679" cy="3474720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28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F861E720-2EA4-4832-8DC2-DC3D2BDBB07C}" type="datetime1">
              <a:rPr lang="en-US" smtClean="0"/>
              <a:t>7/14/2026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B480B90-B64C-0559-ACB2-7DBB57135C77}"/>
              </a:ext>
            </a:extLst>
          </p:cNvPr>
          <p:cNvSpPr/>
          <p:nvPr/>
        </p:nvSpPr>
        <p:spPr>
          <a:xfrm>
            <a:off x="11250895" y="4562062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D2E866D-D29F-1CC5-14B2-BB24F10745FE}"/>
              </a:ext>
            </a:extLst>
          </p:cNvPr>
          <p:cNvSpPr/>
          <p:nvPr/>
        </p:nvSpPr>
        <p:spPr>
          <a:xfrm>
            <a:off x="685800" y="4912557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FA0DC7F-E416-CA3E-E389-945D5FA32CC9}"/>
              </a:ext>
            </a:extLst>
          </p:cNvPr>
          <p:cNvSpPr/>
          <p:nvPr/>
        </p:nvSpPr>
        <p:spPr>
          <a:xfrm>
            <a:off x="10998565" y="4644494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2D9CC5C-2252-AB09-49B5-FD1BE0E74E30}"/>
              </a:ext>
            </a:extLst>
          </p:cNvPr>
          <p:cNvSpPr/>
          <p:nvPr/>
        </p:nvSpPr>
        <p:spPr>
          <a:xfrm>
            <a:off x="10976145" y="4644499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0051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979D7E7-81D7-BD45-ADEC-E83F7EF73EC8}"/>
              </a:ext>
            </a:extLst>
          </p:cNvPr>
          <p:cNvSpPr/>
          <p:nvPr/>
        </p:nvSpPr>
        <p:spPr>
          <a:xfrm>
            <a:off x="11254003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6D6EAAA-843B-4F5B-47BF-3A0B75B59A45}"/>
              </a:ext>
            </a:extLst>
          </p:cNvPr>
          <p:cNvSpPr/>
          <p:nvPr/>
        </p:nvSpPr>
        <p:spPr>
          <a:xfrm>
            <a:off x="10866791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5A4CCB8-341A-D7B3-2B2F-C6943129C281}"/>
              </a:ext>
            </a:extLst>
          </p:cNvPr>
          <p:cNvSpPr/>
          <p:nvPr/>
        </p:nvSpPr>
        <p:spPr>
          <a:xfrm>
            <a:off x="11003886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A1B2662-9528-65C6-986B-EA4135BF4CA6}"/>
              </a:ext>
            </a:extLst>
          </p:cNvPr>
          <p:cNvSpPr/>
          <p:nvPr/>
        </p:nvSpPr>
        <p:spPr>
          <a:xfrm>
            <a:off x="10981626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>
            <a:noAutofit/>
          </a:bodyPr>
          <a:lstStyle>
            <a:lvl1pPr>
              <a:defRPr sz="5400" b="0" i="0" cap="all" baseline="0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600" y="685800"/>
            <a:ext cx="10972800" cy="4514529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1pPr>
            <a:lvl2pPr marL="2286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2pPr>
            <a:lvl3pPr marL="4572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3pPr>
            <a:lvl4pPr marL="6858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4pPr>
            <a:lvl5pPr marL="9144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AB608D6C-D0F1-479F-911E-8569D2F1ED15}" type="datetime1">
              <a:rPr lang="en-US" smtClean="0"/>
              <a:t>7/14/2026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112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0572EAA-9C03-6737-7961-89F7D9E127AC}"/>
              </a:ext>
            </a:extLst>
          </p:cNvPr>
          <p:cNvSpPr/>
          <p:nvPr/>
        </p:nvSpPr>
        <p:spPr>
          <a:xfrm>
            <a:off x="11250895" y="5430148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D2A1F66-1FB1-8357-178D-CB1C0F8B7E56}"/>
              </a:ext>
            </a:extLst>
          </p:cNvPr>
          <p:cNvSpPr/>
          <p:nvPr/>
        </p:nvSpPr>
        <p:spPr>
          <a:xfrm>
            <a:off x="685800" y="5780643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DAD8E75-63C0-8CE8-7E5A-37E4E429140F}"/>
              </a:ext>
            </a:extLst>
          </p:cNvPr>
          <p:cNvSpPr/>
          <p:nvPr/>
        </p:nvSpPr>
        <p:spPr>
          <a:xfrm>
            <a:off x="10998565" y="5512580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DF1B2A2-FEB2-CC42-0F0F-71CD13535424}"/>
              </a:ext>
            </a:extLst>
          </p:cNvPr>
          <p:cNvSpPr/>
          <p:nvPr/>
        </p:nvSpPr>
        <p:spPr>
          <a:xfrm>
            <a:off x="10976145" y="5512585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>
            <a:noAutofit/>
          </a:bodyPr>
          <a:lstStyle>
            <a:lvl1pPr>
              <a:defRPr sz="5400" b="0" i="0" cap="all" baseline="0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85800"/>
            <a:ext cx="10972800" cy="4572000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1pPr>
            <a:lvl2pPr marL="2286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2pPr>
            <a:lvl3pPr marL="4572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3pPr>
            <a:lvl4pPr marL="6858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4pPr>
            <a:lvl5pPr marL="9144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CBCFCC67-CBC1-48BE-A467-33E284003C9C}" type="datetime1">
              <a:rPr lang="en-US" smtClean="0"/>
              <a:t>7/14/2026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5516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2479" y="685800"/>
            <a:ext cx="9140953" cy="2699775"/>
          </a:xfrm>
        </p:spPr>
        <p:txBody>
          <a:bodyPr anchor="t">
            <a:no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5400" b="0" i="0" cap="all" baseline="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BF01E07-9F97-42AE-9FE9-3EAD856BDB2A}" type="datetime1">
              <a:rPr lang="en-US" smtClean="0"/>
              <a:t>7/14/2026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E594965-EF4A-40C0-FED1-CF5564CED970}"/>
              </a:ext>
            </a:extLst>
          </p:cNvPr>
          <p:cNvSpPr/>
          <p:nvPr/>
        </p:nvSpPr>
        <p:spPr>
          <a:xfrm>
            <a:off x="11250895" y="4562061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9DE90F9-432C-AEEC-88D5-177A0E299391}"/>
              </a:ext>
            </a:extLst>
          </p:cNvPr>
          <p:cNvSpPr/>
          <p:nvPr/>
        </p:nvSpPr>
        <p:spPr>
          <a:xfrm>
            <a:off x="685800" y="4912556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8ECD3CD-C697-A46B-71F2-D64BD77C395C}"/>
              </a:ext>
            </a:extLst>
          </p:cNvPr>
          <p:cNvSpPr/>
          <p:nvPr/>
        </p:nvSpPr>
        <p:spPr>
          <a:xfrm>
            <a:off x="10998565" y="4644493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6793A7-6512-567E-DAFF-BB4A63B89DC3}"/>
              </a:ext>
            </a:extLst>
          </p:cNvPr>
          <p:cNvSpPr/>
          <p:nvPr/>
        </p:nvSpPr>
        <p:spPr>
          <a:xfrm>
            <a:off x="10976145" y="4644498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66A0D5A-6B2D-15B8-4FC0-30535DF01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5486398"/>
            <a:ext cx="10058400" cy="669473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179918211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7D86F34B-87C2-AC58-5483-78C0E5DB477C}"/>
              </a:ext>
            </a:extLst>
          </p:cNvPr>
          <p:cNvSpPr/>
          <p:nvPr/>
        </p:nvSpPr>
        <p:spPr>
          <a:xfrm>
            <a:off x="11254003" y="729226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B6B59A7-7C3C-7431-CC9A-51EFBA257959}"/>
              </a:ext>
            </a:extLst>
          </p:cNvPr>
          <p:cNvSpPr/>
          <p:nvPr/>
        </p:nvSpPr>
        <p:spPr>
          <a:xfrm>
            <a:off x="10866791" y="1080910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D2D0661-BB9A-E751-A4EB-2C95BF96A560}"/>
              </a:ext>
            </a:extLst>
          </p:cNvPr>
          <p:cNvSpPr/>
          <p:nvPr/>
        </p:nvSpPr>
        <p:spPr>
          <a:xfrm>
            <a:off x="11003886" y="811408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09A5AB9-86E5-2BD1-8EFC-49C204619282}"/>
              </a:ext>
            </a:extLst>
          </p:cNvPr>
          <p:cNvSpPr/>
          <p:nvPr/>
        </p:nvSpPr>
        <p:spPr>
          <a:xfrm>
            <a:off x="10981626" y="811414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7" y="1600200"/>
            <a:ext cx="10055353" cy="3657601"/>
          </a:xfrm>
        </p:spPr>
        <p:txBody>
          <a:bodyPr anchor="b">
            <a:no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5400" b="0" i="0" cap="all" baseline="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34B2334-B27F-4DA0-8A92-599603070D6B}" type="datetime1">
              <a:rPr lang="en-US" smtClean="0"/>
              <a:t>7/14/2026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5">
            <a:extLst>
              <a:ext uri="{FF2B5EF4-FFF2-40B4-BE49-F238E27FC236}">
                <a16:creationId xmlns:a16="http://schemas.microsoft.com/office/drawing/2014/main" id="{A4A8879E-F637-BA38-C325-517B59E125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5486398"/>
            <a:ext cx="10058400" cy="669473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21602196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3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0ED10B2-4172-93C9-B408-242DDBA504A8}"/>
              </a:ext>
            </a:extLst>
          </p:cNvPr>
          <p:cNvSpPr/>
          <p:nvPr/>
        </p:nvSpPr>
        <p:spPr>
          <a:xfrm>
            <a:off x="11250895" y="5430148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CF4AA95-C597-81F0-35EA-96B5BA7A12BB}"/>
              </a:ext>
            </a:extLst>
          </p:cNvPr>
          <p:cNvSpPr/>
          <p:nvPr/>
        </p:nvSpPr>
        <p:spPr>
          <a:xfrm>
            <a:off x="685800" y="5780643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DA37871-D86F-9BA6-1D96-9B3392C2F247}"/>
              </a:ext>
            </a:extLst>
          </p:cNvPr>
          <p:cNvSpPr/>
          <p:nvPr/>
        </p:nvSpPr>
        <p:spPr>
          <a:xfrm>
            <a:off x="10998565" y="5512580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B203EFA-FE43-9B63-5768-4A3FD1509639}"/>
              </a:ext>
            </a:extLst>
          </p:cNvPr>
          <p:cNvSpPr/>
          <p:nvPr/>
        </p:nvSpPr>
        <p:spPr>
          <a:xfrm>
            <a:off x="10976145" y="5512585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868680"/>
            <a:ext cx="9140952" cy="3660746"/>
          </a:xfrm>
        </p:spPr>
        <p:txBody>
          <a:bodyPr anchor="ctr">
            <a:noAutofit/>
          </a:bodyPr>
          <a:lstStyle>
            <a:lvl1pPr marL="164592" indent="-164592">
              <a:lnSpc>
                <a:spcPct val="110000"/>
              </a:lnSpc>
              <a:spcBef>
                <a:spcPts val="0"/>
              </a:spcBef>
              <a:buNone/>
              <a:defRPr sz="5400" b="0" i="0" cap="all" baseline="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9B8D85F-DE7D-4C09-9BDD-03377313F809}" type="datetime1">
              <a:rPr lang="en-US" smtClean="0"/>
              <a:t>7/14/2026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F259B8E5-883A-B6CE-4C6C-F6F48B038C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4617720"/>
            <a:ext cx="9140951" cy="788609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229188047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1133170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2775" y="1965960"/>
            <a:ext cx="5074920" cy="4195763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470969" y="1965960"/>
            <a:ext cx="5075237" cy="4195763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68CAF44C-1683-44E3-97C5-DF51C69BF7AA}" type="datetime1">
              <a:rPr lang="en-US" smtClean="0"/>
              <a:t>7/14/2026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24391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FA77448-F1DA-CAC1-9B05-8F5CE65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1133170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1878566"/>
            <a:ext cx="5074920" cy="55983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97572" y="1878566"/>
            <a:ext cx="5075556" cy="55983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600" y="2514600"/>
            <a:ext cx="5075238" cy="365918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497572" y="2514600"/>
            <a:ext cx="5075556" cy="365918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CD150565-788C-402B-B078-3F96B9A231B8}" type="datetime1">
              <a:rPr lang="en-US" smtClean="0"/>
              <a:t>7/14/2026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35362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F5184-1DAA-DFF4-A408-3D5DD1517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1133170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D7B20C69-CB4E-44F7-A408-67C55627795C}" type="datetime1">
              <a:rPr lang="en-US" smtClean="0"/>
              <a:t>7/14/2026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15250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A0C8FE45-F91B-4375-B362-4DC6F9A2A304}" type="datetime1">
              <a:rPr lang="en-US" smtClean="0"/>
              <a:t>7/14/2026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99015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A9EA653-B766-E096-036C-1C173E299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3654553" cy="3643916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1845593-CC30-27D6-3F82-E2BA784C49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4526280"/>
            <a:ext cx="3654553" cy="1621111"/>
          </a:xfrm>
        </p:spPr>
        <p:txBody>
          <a:bodyPr anchor="b"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801" y="685800"/>
            <a:ext cx="6699502" cy="548640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1400" dirty="0"/>
            </a:lvl1pPr>
            <a:lvl2pPr>
              <a:defRPr lang="en-US" sz="1400" dirty="0"/>
            </a:lvl2pPr>
            <a:lvl3pPr>
              <a:defRPr lang="en-US" sz="14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572A1522-8F1E-408E-ABA2-6F5B206582B8}" type="datetime1">
              <a:rPr lang="en-US" smtClean="0"/>
              <a:t>7/14/2026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65434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3654553" cy="3643916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4526280"/>
            <a:ext cx="3654553" cy="1621111"/>
          </a:xfrm>
        </p:spPr>
        <p:txBody>
          <a:bodyPr anchor="b"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4872039" y="685800"/>
            <a:ext cx="6699502" cy="544263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3E19A776-5AE6-4251-8560-C6066D0B46D6}" type="datetime1">
              <a:rPr lang="en-US" smtClean="0"/>
              <a:t>7/14/2026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88313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10972800" cy="1828800"/>
          </a:xfrm>
        </p:spPr>
        <p:txBody>
          <a:bodyPr anchor="b">
            <a:noAutofit/>
          </a:bodyPr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429000"/>
            <a:ext cx="10972800" cy="2743198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07EC6D5-3C89-D412-4A74-4DD843571D29}"/>
              </a:ext>
            </a:extLst>
          </p:cNvPr>
          <p:cNvCxnSpPr/>
          <p:nvPr userDrawn="1"/>
        </p:nvCxnSpPr>
        <p:spPr>
          <a:xfrm>
            <a:off x="621792" y="2895600"/>
            <a:ext cx="109636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195FFA61-E651-4E50-A159-710A5ED7E6FE}" type="datetime1">
              <a:rPr lang="en-US" smtClean="0"/>
              <a:t>7/14/2026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1205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AB975A1-C2E9-D1D4-3C6F-7296B13798B1}"/>
              </a:ext>
            </a:extLst>
          </p:cNvPr>
          <p:cNvSpPr/>
          <p:nvPr/>
        </p:nvSpPr>
        <p:spPr>
          <a:xfrm>
            <a:off x="11254003" y="729226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243F218-F67B-B464-9035-A6AA389E6224}"/>
              </a:ext>
            </a:extLst>
          </p:cNvPr>
          <p:cNvSpPr/>
          <p:nvPr/>
        </p:nvSpPr>
        <p:spPr>
          <a:xfrm>
            <a:off x="10866791" y="1080910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1F0E05A-E796-C1AE-DCB2-706459874FC1}"/>
              </a:ext>
            </a:extLst>
          </p:cNvPr>
          <p:cNvSpPr/>
          <p:nvPr/>
        </p:nvSpPr>
        <p:spPr>
          <a:xfrm>
            <a:off x="11003886" y="811408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C863187-9C01-45D7-5737-0DEACAA80C83}"/>
              </a:ext>
            </a:extLst>
          </p:cNvPr>
          <p:cNvSpPr/>
          <p:nvPr/>
        </p:nvSpPr>
        <p:spPr>
          <a:xfrm>
            <a:off x="10981626" y="811414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8226424" cy="3725056"/>
          </a:xfrm>
        </p:spPr>
        <p:txBody>
          <a:bodyPr anchor="b">
            <a:noAutofit/>
          </a:bodyPr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7" y="4572000"/>
            <a:ext cx="8226424" cy="1608008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800"/>
            </a:lvl2pPr>
            <a:lvl3pPr marL="457200" indent="0">
              <a:buNone/>
              <a:defRPr sz="1800"/>
            </a:lvl3pPr>
            <a:lvl4pPr marL="685800" indent="0">
              <a:buNone/>
              <a:defRPr sz="1800"/>
            </a:lvl4pPr>
            <a:lvl5pPr marL="914400" indent="0"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8E9E0D87-B7D0-4C2E-BAD1-97A555313A20}" type="datetime1">
              <a:rPr lang="en-US" smtClean="0"/>
              <a:t>7/14/2026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5364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14657-813A-4D7B-A2F8-E573BA1645D3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941231"/>
      </p:ext>
    </p:extLst>
  </p:cSld>
  <p:clrMapOvr>
    <a:masterClrMapping/>
  </p:clrMapOvr>
  <p:hf sldNum="0" hdr="0" ftr="0" dt="0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14657-813A-4D7B-A2F8-E573BA1645D3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216407"/>
      </p:ext>
    </p:extLst>
  </p:cSld>
  <p:clrMapOvr>
    <a:masterClrMapping/>
  </p:clrMapOvr>
  <p:hf sldNum="0" hdr="0" ftr="0" dt="0"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14657-813A-4D7B-A2F8-E573BA1645D3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255219"/>
      </p:ext>
    </p:extLst>
  </p:cSld>
  <p:clrMapOvr>
    <a:masterClrMapping/>
  </p:clrMapOvr>
  <p:hf sldNum="0" hdr="0" ftr="0" dt="0"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14657-813A-4D7B-A2F8-E573BA1645D3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979682"/>
      </p:ext>
    </p:extLst>
  </p:cSld>
  <p:clrMapOvr>
    <a:masterClrMapping/>
  </p:clrMapOvr>
  <p:hf sldNum="0" hdr="0" ftr="0" dt="0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14657-813A-4D7B-A2F8-E573BA1645D3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201046"/>
      </p:ext>
    </p:extLst>
  </p:cSld>
  <p:clrMapOvr>
    <a:masterClrMapping/>
  </p:clrMapOvr>
  <p:hf sldNum="0" hdr="0" ftr="0" dt="0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20C69-CB4E-44F7-A408-67C55627795C}" type="datetime1">
              <a:rPr lang="en-US" smtClean="0"/>
              <a:t>7/14/2026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89603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14657-813A-4D7B-A2F8-E573BA1645D3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307171"/>
      </p:ext>
    </p:extLst>
  </p:cSld>
  <p:clrMapOvr>
    <a:masterClrMapping/>
  </p:clrMapOvr>
  <p:hf sldNum="0" hdr="0" ftr="0" dt="0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2A1522-8F1E-408E-ABA2-6F5B206582B8}" type="datetime1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4601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9A776-5AE6-4251-8560-C6066D0B46D6}" type="datetime1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55128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14657-813A-4D7B-A2F8-E573BA1645D3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625280"/>
      </p:ext>
    </p:extLst>
  </p:cSld>
  <p:clrMapOvr>
    <a:masterClrMapping/>
  </p:clrMapOvr>
  <p:hf sldNum="0" hdr="0" ftr="0" dt="0"/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14657-813A-4D7B-A2F8-E573BA1645D3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00444"/>
      </p:ext>
    </p:extLst>
  </p:cSld>
  <p:clrMapOvr>
    <a:masterClrMapping/>
  </p:clrMapOvr>
  <p:hf sldNum="0" hdr="0" ftr="0" dt="0"/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14657-813A-4D7B-A2F8-E573BA1645D3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54405123"/>
      </p:ext>
    </p:extLst>
  </p:cSld>
  <p:clrMapOvr>
    <a:masterClrMapping/>
  </p:clrMapOvr>
  <p:hf sldNum="0" hdr="0" ftr="0" dt="0"/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14657-813A-4D7B-A2F8-E573BA1645D3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822134"/>
      </p:ext>
    </p:extLst>
  </p:cSld>
  <p:clrMapOvr>
    <a:masterClrMapping/>
  </p:clrMapOvr>
  <p:hf sldNum="0" hdr="0" ftr="0" dt="0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14657-813A-4D7B-A2F8-E573BA1645D3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839244"/>
      </p:ext>
    </p:extLst>
  </p:cSld>
  <p:clrMapOvr>
    <a:masterClrMapping/>
  </p:clrMapOvr>
  <p:hf sldNum="0" hdr="0" ftr="0" dt="0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14657-813A-4D7B-A2F8-E573BA1645D3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701683"/>
      </p:ext>
    </p:extLst>
  </p:cSld>
  <p:clrMapOvr>
    <a:masterClrMapping/>
  </p:clrMapOvr>
  <p:hf sldNum="0" hdr="0" ftr="0" dt="0"/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14657-813A-4D7B-A2F8-E573BA1645D3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080641"/>
      </p:ext>
    </p:extLst>
  </p:cSld>
  <p:clrMapOvr>
    <a:masterClrMapping/>
  </p:clrMapOvr>
  <p:hf sldNum="0" hdr="0" ftr="0" dt="0"/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14657-813A-4D7B-A2F8-E573BA1645D3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473710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4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63.xml"/><Relationship Id="rId17" Type="http://schemas.openxmlformats.org/officeDocument/2006/relationships/slideLayout" Target="../slideLayouts/slideLayout68.xml"/><Relationship Id="rId2" Type="http://schemas.openxmlformats.org/officeDocument/2006/relationships/slideLayout" Target="../slideLayouts/slideLayout53.xml"/><Relationship Id="rId16" Type="http://schemas.openxmlformats.org/officeDocument/2006/relationships/slideLayout" Target="../slideLayouts/slideLayout67.xml"/><Relationship Id="rId1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62.xml"/><Relationship Id="rId5" Type="http://schemas.openxmlformats.org/officeDocument/2006/relationships/slideLayout" Target="../slideLayouts/slideLayout56.xml"/><Relationship Id="rId15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61.xml"/><Relationship Id="rId4" Type="http://schemas.openxmlformats.org/officeDocument/2006/relationships/slideLayout" Target="../slideLayouts/slideLayout55.xml"/><Relationship Id="rId9" Type="http://schemas.openxmlformats.org/officeDocument/2006/relationships/slideLayout" Target="../slideLayouts/slideLayout60.xml"/><Relationship Id="rId14" Type="http://schemas.openxmlformats.org/officeDocument/2006/relationships/slideLayout" Target="../slideLayouts/slideLayout6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799"/>
            <a:ext cx="10963655" cy="9144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600200"/>
            <a:ext cx="10963656" cy="4572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7" y="6343955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rtl="0">
              <a:defRPr sz="8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93929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rtl="0">
              <a:defRPr sz="8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29814657-813A-4D7B-A2F8-E573BA1645D3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6" y="6343955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rtl="0">
              <a:defRPr sz="8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49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19" r:id="rId1"/>
    <p:sldLayoutId id="2147484115" r:id="rId2"/>
    <p:sldLayoutId id="2147484114" r:id="rId3"/>
    <p:sldLayoutId id="2147484116" r:id="rId4"/>
    <p:sldLayoutId id="2147484117" r:id="rId5"/>
    <p:sldLayoutId id="2147484118" r:id="rId6"/>
    <p:sldLayoutId id="2147484120" r:id="rId7"/>
    <p:sldLayoutId id="2147484121" r:id="rId8"/>
    <p:sldLayoutId id="2147484122" r:id="rId9"/>
    <p:sldLayoutId id="2147484169" r:id="rId10"/>
    <p:sldLayoutId id="2147484124" r:id="rId11"/>
    <p:sldLayoutId id="2147484125" r:id="rId12"/>
    <p:sldLayoutId id="2147484126" r:id="rId13"/>
    <p:sldLayoutId id="2147484127" r:id="rId14"/>
    <p:sldLayoutId id="2147484128" r:id="rId15"/>
    <p:sldLayoutId id="2147484129" r:id="rId16"/>
    <p:sldLayoutId id="2147484130" r:id="rId17"/>
    <p:sldLayoutId id="2147484131" r:id="rId18"/>
    <p:sldLayoutId id="2147484132" r:id="rId19"/>
    <p:sldLayoutId id="2147484133" r:id="rId20"/>
    <p:sldLayoutId id="2147484134" r:id="rId21"/>
    <p:sldLayoutId id="2147484135" r:id="rId22"/>
    <p:sldLayoutId id="2147484136" r:id="rId23"/>
    <p:sldLayoutId id="2147484137" r:id="rId24"/>
    <p:sldLayoutId id="2147484138" r:id="rId25"/>
    <p:sldLayoutId id="2147484139" r:id="rId26"/>
    <p:sldLayoutId id="2147484140" r:id="rId27"/>
    <p:sldLayoutId id="2147484141" r:id="rId28"/>
    <p:sldLayoutId id="2147484142" r:id="rId29"/>
    <p:sldLayoutId id="2147484143" r:id="rId30"/>
    <p:sldLayoutId id="2147484144" r:id="rId31"/>
    <p:sldLayoutId id="2147484145" r:id="rId32"/>
    <p:sldLayoutId id="2147484146" r:id="rId33"/>
    <p:sldLayoutId id="2147484147" r:id="rId34"/>
    <p:sldLayoutId id="2147484148" r:id="rId35"/>
    <p:sldLayoutId id="2147484149" r:id="rId36"/>
    <p:sldLayoutId id="2147484150" r:id="rId37"/>
    <p:sldLayoutId id="2147484152" r:id="rId38"/>
    <p:sldLayoutId id="2147484153" r:id="rId39"/>
    <p:sldLayoutId id="2147484157" r:id="rId40"/>
    <p:sldLayoutId id="2147484158" r:id="rId41"/>
    <p:sldLayoutId id="2147484159" r:id="rId42"/>
    <p:sldLayoutId id="2147484160" r:id="rId43"/>
    <p:sldLayoutId id="2147484161" r:id="rId44"/>
    <p:sldLayoutId id="2147484162" r:id="rId45"/>
    <p:sldLayoutId id="2147484163" r:id="rId46"/>
    <p:sldLayoutId id="2147484164" r:id="rId47"/>
    <p:sldLayoutId id="2147484165" r:id="rId48"/>
    <p:sldLayoutId id="2147484166" r:id="rId49"/>
    <p:sldLayoutId id="2147484167" r:id="rId50"/>
    <p:sldLayoutId id="2147484168" r:id="rId51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400" b="0" i="0" kern="1200" cap="all" spc="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2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600" b="0" i="0" kern="1200">
          <a:solidFill>
            <a:schemeClr val="tx2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2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2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7" orient="horz" pos="2160">
          <p15:clr>
            <a:srgbClr val="F26B43"/>
          </p15:clr>
        </p15:guide>
        <p15:guide id="28" pos="3840">
          <p15:clr>
            <a:srgbClr val="F26B43"/>
          </p15:clr>
        </p15:guide>
        <p15:guide id="29" pos="7296">
          <p15:clr>
            <a:srgbClr val="F26B43"/>
          </p15:clr>
        </p15:guide>
        <p15:guide id="30" pos="384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29814657-813A-4D7B-A2F8-E573BA1645D3}" type="datetime1">
              <a:rPr lang="en-US" smtClean="0"/>
              <a:t>7/14/2026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58078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171" r:id="rId1"/>
    <p:sldLayoutId id="2147484172" r:id="rId2"/>
    <p:sldLayoutId id="2147484173" r:id="rId3"/>
    <p:sldLayoutId id="2147484174" r:id="rId4"/>
    <p:sldLayoutId id="2147484175" r:id="rId5"/>
    <p:sldLayoutId id="2147484176" r:id="rId6"/>
    <p:sldLayoutId id="2147484177" r:id="rId7"/>
    <p:sldLayoutId id="2147484178" r:id="rId8"/>
    <p:sldLayoutId id="2147484179" r:id="rId9"/>
    <p:sldLayoutId id="2147484180" r:id="rId10"/>
    <p:sldLayoutId id="2147484181" r:id="rId11"/>
    <p:sldLayoutId id="2147484182" r:id="rId12"/>
    <p:sldLayoutId id="2147484183" r:id="rId13"/>
    <p:sldLayoutId id="2147484184" r:id="rId14"/>
    <p:sldLayoutId id="2147484185" r:id="rId15"/>
    <p:sldLayoutId id="2147484186" r:id="rId16"/>
    <p:sldLayoutId id="2147484187" r:id="rId17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7.jpe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3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7.jpeg"/><Relationship Id="rId7" Type="http://schemas.openxmlformats.org/officeDocument/2006/relationships/diagramColors" Target="../diagrams/colors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3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FF4B6-3F85-6E67-ED81-212443682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A0CBC46-76F5-CB3F-9BF0-DE7BBD3C66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SG" dirty="0"/>
              <a:t>Interactive ENTERPRISE IT</a:t>
            </a:r>
            <a:br>
              <a:rPr lang="en-SG" dirty="0"/>
            </a:br>
            <a:r>
              <a:rPr lang="en-SG" dirty="0"/>
              <a:t>Cyber Range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5CA5C5AD-7278-E875-15B7-835123AC22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8" y="5427002"/>
            <a:ext cx="9144001" cy="1026334"/>
          </a:xfrm>
        </p:spPr>
        <p:txBody>
          <a:bodyPr>
            <a:normAutofit/>
          </a:bodyPr>
          <a:lstStyle/>
          <a:p>
            <a:r>
              <a:rPr lang="en-SG" dirty="0"/>
              <a:t>A real-time, interactive simulation displaying the progression of multi-stage cyber campaigns (Active Directory, Cloud Database, Email Phishing) against IT infrastructure and the subsequent automated incident response.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24526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9A63904-61F1-4C87-EFB0-2FE69CFB6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>
                <a:latin typeface="Bahnschrift SemiLight (Body)"/>
              </a:rPr>
              <a:t>Operational Modes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C8B215-116D-5CF9-0651-0DAF61565B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2000" dirty="0">
                <a:latin typeface="Bahnschrift SemiLight (Body)"/>
              </a:rPr>
              <a:t>Autonomous Orchestration: Demonstrates SOAR (Security Orchestration, Automation, and Response) containment.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2000" dirty="0">
                <a:latin typeface="Bahnschrift SemiLight (Body)"/>
              </a:rPr>
              <a:t>Interactive Prompts: Presents tactical decisions to modify attack routes or response controls.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2000" dirty="0">
                <a:latin typeface="Bahnschrift SemiLight (Body)"/>
              </a:rPr>
              <a:t>Capture the Flag (CTF) Challenges: Engages operators in decrypting live event logs and threat indicators.</a:t>
            </a:r>
          </a:p>
          <a:p>
            <a:endParaRPr lang="en-SG" dirty="0">
              <a:latin typeface="Bahnschrift SemiLight (Body)"/>
            </a:endParaRPr>
          </a:p>
        </p:txBody>
      </p:sp>
    </p:spTree>
    <p:extLst>
      <p:ext uri="{BB962C8B-B14F-4D97-AF65-F5344CB8AC3E}">
        <p14:creationId xmlns:p14="http://schemas.microsoft.com/office/powerpoint/2010/main" val="475014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06E01F-6B3C-3B86-984E-13B0F3134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AD4A3C6-39AF-A061-22FD-3E3AF2421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>
            <a:normAutofit fontScale="90000"/>
          </a:bodyPr>
          <a:lstStyle/>
          <a:p>
            <a:r>
              <a:rPr lang="en-SG" dirty="0">
                <a:latin typeface="Bahnschrift SemiLight (Body)"/>
              </a:rPr>
              <a:t>Phases Mapped to </a:t>
            </a:r>
            <a:r>
              <a:rPr lang="en-US" dirty="0">
                <a:latin typeface="Bahnschrift SemiLight (Body)"/>
              </a:rPr>
              <a:t>NIST Cybersecurity Framework (CSF)</a:t>
            </a:r>
            <a:r>
              <a:rPr lang="en-SG" dirty="0">
                <a:latin typeface="Bahnschrift SemiLight (Body)"/>
              </a:rPr>
              <a:t> </a:t>
            </a:r>
          </a:p>
        </p:txBody>
      </p:sp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F23F6A11-427D-0F92-01B0-CA630CFB30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80096"/>
              </p:ext>
            </p:extLst>
          </p:nvPr>
        </p:nvGraphicFramePr>
        <p:xfrm>
          <a:off x="335360" y="1772816"/>
          <a:ext cx="11233248" cy="33123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18" name="Speech Bubble: Rectangle with Corners Rounded 17">
            <a:extLst>
              <a:ext uri="{FF2B5EF4-FFF2-40B4-BE49-F238E27FC236}">
                <a16:creationId xmlns:a16="http://schemas.microsoft.com/office/drawing/2014/main" id="{49338EDC-E949-5EAB-098E-10A8244E80A1}"/>
              </a:ext>
            </a:extLst>
          </p:cNvPr>
          <p:cNvSpPr/>
          <p:nvPr/>
        </p:nvSpPr>
        <p:spPr>
          <a:xfrm>
            <a:off x="330243" y="4653136"/>
            <a:ext cx="2016224" cy="1152128"/>
          </a:xfrm>
          <a:prstGeom prst="wedgeRoundRectCallout">
            <a:avLst>
              <a:gd name="adj1" fmla="val -8677"/>
              <a:gd name="adj2" fmla="val -92960"/>
              <a:gd name="adj3" fmla="val 16667"/>
            </a:avLst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600" dirty="0">
                <a:latin typeface="Abadi" panose="020F0502020204030204" pitchFamily="34" charset="0"/>
              </a:rPr>
              <a:t>Normal IT system activity &amp; steady-state monitoring.</a:t>
            </a:r>
          </a:p>
        </p:txBody>
      </p:sp>
      <p:sp>
        <p:nvSpPr>
          <p:cNvPr id="19" name="Speech Bubble: Rectangle with Corners Rounded 18">
            <a:extLst>
              <a:ext uri="{FF2B5EF4-FFF2-40B4-BE49-F238E27FC236}">
                <a16:creationId xmlns:a16="http://schemas.microsoft.com/office/drawing/2014/main" id="{CA76A13F-2E1B-158C-86C5-5573E28E0AC6}"/>
              </a:ext>
            </a:extLst>
          </p:cNvPr>
          <p:cNvSpPr/>
          <p:nvPr/>
        </p:nvSpPr>
        <p:spPr>
          <a:xfrm>
            <a:off x="2711624" y="4653136"/>
            <a:ext cx="2016224" cy="1152128"/>
          </a:xfrm>
          <a:prstGeom prst="wedgeRoundRectCallout">
            <a:avLst>
              <a:gd name="adj1" fmla="val -8677"/>
              <a:gd name="adj2" fmla="val -92960"/>
              <a:gd name="adj3" fmla="val 16667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Abadi" panose="020F0502020204030204" pitchFamily="34" charset="0"/>
              </a:rPr>
              <a:t>Attacker scans APIs, ports, and sends phishing emails.</a:t>
            </a:r>
            <a:endParaRPr lang="en-SG" sz="1600" dirty="0">
              <a:latin typeface="Abadi" panose="020F0502020204030204" pitchFamily="34" charset="0"/>
            </a:endParaRPr>
          </a:p>
        </p:txBody>
      </p:sp>
      <p:sp>
        <p:nvSpPr>
          <p:cNvPr id="20" name="Speech Bubble: Rectangle with Corners Rounded 19">
            <a:extLst>
              <a:ext uri="{FF2B5EF4-FFF2-40B4-BE49-F238E27FC236}">
                <a16:creationId xmlns:a16="http://schemas.microsoft.com/office/drawing/2014/main" id="{ADF8093C-4E25-C556-F6B7-1331F30811FE}"/>
              </a:ext>
            </a:extLst>
          </p:cNvPr>
          <p:cNvSpPr/>
          <p:nvPr/>
        </p:nvSpPr>
        <p:spPr>
          <a:xfrm>
            <a:off x="5082773" y="4629785"/>
            <a:ext cx="2016224" cy="1152128"/>
          </a:xfrm>
          <a:prstGeom prst="wedgeRoundRectCallout">
            <a:avLst>
              <a:gd name="adj1" fmla="val -8677"/>
              <a:gd name="adj2" fmla="val -92960"/>
              <a:gd name="adj3" fmla="val 16667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600" dirty="0">
                <a:latin typeface="Abadi" panose="020F0502020204030204" pitchFamily="34" charset="0"/>
              </a:rPr>
              <a:t>Active compromise (e.g., Session hijack, SQL injection).</a:t>
            </a:r>
          </a:p>
        </p:txBody>
      </p:sp>
      <p:sp>
        <p:nvSpPr>
          <p:cNvPr id="21" name="Speech Bubble: Rectangle with Corners Rounded 20">
            <a:extLst>
              <a:ext uri="{FF2B5EF4-FFF2-40B4-BE49-F238E27FC236}">
                <a16:creationId xmlns:a16="http://schemas.microsoft.com/office/drawing/2014/main" id="{1020D1C4-2D4C-9534-5C1D-42B4AA451F6E}"/>
              </a:ext>
            </a:extLst>
          </p:cNvPr>
          <p:cNvSpPr/>
          <p:nvPr/>
        </p:nvSpPr>
        <p:spPr>
          <a:xfrm>
            <a:off x="7464154" y="4629785"/>
            <a:ext cx="2016224" cy="1152128"/>
          </a:xfrm>
          <a:prstGeom prst="wedgeRoundRectCallout">
            <a:avLst>
              <a:gd name="adj1" fmla="val -8677"/>
              <a:gd name="adj2" fmla="val -92960"/>
              <a:gd name="adj3" fmla="val 16667"/>
            </a:avLst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600" dirty="0">
                <a:latin typeface="Abadi" panose="020F0502020204030204" pitchFamily="34" charset="0"/>
              </a:rPr>
              <a:t>SOAR quarantine and isolation protocols.</a:t>
            </a:r>
          </a:p>
        </p:txBody>
      </p:sp>
      <p:sp>
        <p:nvSpPr>
          <p:cNvPr id="22" name="Speech Bubble: Rectangle with Corners Rounded 21">
            <a:extLst>
              <a:ext uri="{FF2B5EF4-FFF2-40B4-BE49-F238E27FC236}">
                <a16:creationId xmlns:a16="http://schemas.microsoft.com/office/drawing/2014/main" id="{F168EC3C-B3A8-4AF6-910C-CA937D1F93E2}"/>
              </a:ext>
            </a:extLst>
          </p:cNvPr>
          <p:cNvSpPr/>
          <p:nvPr/>
        </p:nvSpPr>
        <p:spPr>
          <a:xfrm>
            <a:off x="9729847" y="4628694"/>
            <a:ext cx="2016224" cy="1152128"/>
          </a:xfrm>
          <a:prstGeom prst="wedgeRoundRectCallout">
            <a:avLst>
              <a:gd name="adj1" fmla="val -8677"/>
              <a:gd name="adj2" fmla="val -92960"/>
              <a:gd name="adj3" fmla="val 16667"/>
            </a:avLst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Abadi" panose="020F0502020204030204" pitchFamily="34" charset="0"/>
              </a:rPr>
              <a:t>Rotating keys, rotating threat index, cache clear.</a:t>
            </a:r>
            <a:endParaRPr lang="en-SG" sz="1600" dirty="0">
              <a:latin typeface="Abad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9356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42C9A-007C-6E50-5E14-A8F210FFA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9F96E32-1716-6B96-441D-BFA3DCDF97D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SG" dirty="0"/>
              <a:t>Interactive Smart City Cyber Range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00DE0F7E-42E8-A934-8ACA-390E618871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8" y="5427002"/>
            <a:ext cx="9144001" cy="1026334"/>
          </a:xfrm>
        </p:spPr>
        <p:txBody>
          <a:bodyPr>
            <a:normAutofit/>
          </a:bodyPr>
          <a:lstStyle/>
          <a:p>
            <a:r>
              <a:rPr lang="en-SG" dirty="0"/>
              <a:t>A real-time, interactive simulation displaying the progression of multi-stage cyber campaigns against OT infrastructure (Power Grid, Transit Loop, Hospital ER) and the subsequent automated incident response.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5351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070F9-A1AA-751F-E22B-D7BD4B4B7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19A8455-AA8A-BB37-3D96-4AFAFE87C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>
                <a:latin typeface="Bahnschrift SemiLight (Body)"/>
              </a:rPr>
              <a:t>Operational Modes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88A360-96CD-92A8-85A2-10242E0890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2000" dirty="0">
                <a:latin typeface="Bahnschrift SemiLight (Body)"/>
              </a:rPr>
              <a:t>Autonomous Orchestration: Demonstrates SOAR (Security Orchestration, Automation, and Response) containment.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2000" dirty="0">
                <a:latin typeface="Bahnschrift SemiLight (Body)"/>
              </a:rPr>
              <a:t>Interactive Prompts: Presents tactical decisions to modify attack routes or response controls.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2000" dirty="0">
                <a:latin typeface="Bahnschrift SemiLight (Body)"/>
              </a:rPr>
              <a:t>Capture the Flag (CTF) Challenges: Engages operators in decrypting live event logs and threat indicators.</a:t>
            </a:r>
          </a:p>
          <a:p>
            <a:endParaRPr lang="en-SG" dirty="0">
              <a:latin typeface="Bahnschrift SemiLight (Body)"/>
            </a:endParaRPr>
          </a:p>
        </p:txBody>
      </p:sp>
    </p:spTree>
    <p:extLst>
      <p:ext uri="{BB962C8B-B14F-4D97-AF65-F5344CB8AC3E}">
        <p14:creationId xmlns:p14="http://schemas.microsoft.com/office/powerpoint/2010/main" val="5442204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32815-95BD-05B1-73F1-B51D4498D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02F2E65-D8C2-5883-7150-FE881982A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>
            <a:normAutofit fontScale="90000"/>
          </a:bodyPr>
          <a:lstStyle/>
          <a:p>
            <a:r>
              <a:rPr lang="en-SG" dirty="0">
                <a:latin typeface="Bahnschrift SemiLight (Body)"/>
              </a:rPr>
              <a:t>Phases Mapped to </a:t>
            </a:r>
            <a:r>
              <a:rPr lang="en-US" dirty="0">
                <a:latin typeface="Bahnschrift SemiLight (Body)"/>
              </a:rPr>
              <a:t>NIST Cybersecurity Framework (CSF)</a:t>
            </a:r>
            <a:r>
              <a:rPr lang="en-SG" dirty="0">
                <a:latin typeface="Bahnschrift SemiLight (Body)"/>
              </a:rPr>
              <a:t> </a:t>
            </a:r>
          </a:p>
        </p:txBody>
      </p:sp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172059B8-00DB-8B4D-F2DC-D269F0EB7A2A}"/>
              </a:ext>
            </a:extLst>
          </p:cNvPr>
          <p:cNvGraphicFramePr/>
          <p:nvPr/>
        </p:nvGraphicFramePr>
        <p:xfrm>
          <a:off x="335360" y="1772816"/>
          <a:ext cx="11233248" cy="33123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18" name="Speech Bubble: Rectangle with Corners Rounded 17">
            <a:extLst>
              <a:ext uri="{FF2B5EF4-FFF2-40B4-BE49-F238E27FC236}">
                <a16:creationId xmlns:a16="http://schemas.microsoft.com/office/drawing/2014/main" id="{7F9CBF4F-3585-C779-393A-55DC1F452752}"/>
              </a:ext>
            </a:extLst>
          </p:cNvPr>
          <p:cNvSpPr/>
          <p:nvPr/>
        </p:nvSpPr>
        <p:spPr>
          <a:xfrm>
            <a:off x="330243" y="4653136"/>
            <a:ext cx="2016224" cy="1152128"/>
          </a:xfrm>
          <a:prstGeom prst="wedgeRoundRectCallout">
            <a:avLst>
              <a:gd name="adj1" fmla="val -8677"/>
              <a:gd name="adj2" fmla="val -92960"/>
              <a:gd name="adj3" fmla="val 16667"/>
            </a:avLst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badi" panose="020F0502020204030204" pitchFamily="34" charset="0"/>
                <a:ea typeface="+mn-ea"/>
                <a:cs typeface="+mn-cs"/>
              </a:rPr>
              <a:t>Normal municipal activity &amp; steady-state monitoring.</a:t>
            </a:r>
          </a:p>
        </p:txBody>
      </p:sp>
      <p:sp>
        <p:nvSpPr>
          <p:cNvPr id="19" name="Speech Bubble: Rectangle with Corners Rounded 18">
            <a:extLst>
              <a:ext uri="{FF2B5EF4-FFF2-40B4-BE49-F238E27FC236}">
                <a16:creationId xmlns:a16="http://schemas.microsoft.com/office/drawing/2014/main" id="{79F62562-C29A-5B63-2007-47D40D9BC37D}"/>
              </a:ext>
            </a:extLst>
          </p:cNvPr>
          <p:cNvSpPr/>
          <p:nvPr/>
        </p:nvSpPr>
        <p:spPr>
          <a:xfrm>
            <a:off x="2711624" y="4653136"/>
            <a:ext cx="2016224" cy="1152128"/>
          </a:xfrm>
          <a:prstGeom prst="wedgeRoundRectCallout">
            <a:avLst>
              <a:gd name="adj1" fmla="val -8677"/>
              <a:gd name="adj2" fmla="val -92960"/>
              <a:gd name="adj3" fmla="val 16667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badi" panose="020F0502020204030204" pitchFamily="34" charset="0"/>
                <a:ea typeface="+mn-ea"/>
                <a:cs typeface="+mn-cs"/>
              </a:rPr>
              <a:t>Attacker scans APIs, ports, and sends phishing emails.</a:t>
            </a:r>
            <a:endParaRPr kumimoji="0" lang="en-SG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badi" panose="020F0502020204030204" pitchFamily="34" charset="0"/>
              <a:ea typeface="+mn-ea"/>
              <a:cs typeface="+mn-cs"/>
            </a:endParaRPr>
          </a:p>
        </p:txBody>
      </p:sp>
      <p:sp>
        <p:nvSpPr>
          <p:cNvPr id="20" name="Speech Bubble: Rectangle with Corners Rounded 19">
            <a:extLst>
              <a:ext uri="{FF2B5EF4-FFF2-40B4-BE49-F238E27FC236}">
                <a16:creationId xmlns:a16="http://schemas.microsoft.com/office/drawing/2014/main" id="{048FF426-2E00-62F2-21CD-07D0A8DD65EE}"/>
              </a:ext>
            </a:extLst>
          </p:cNvPr>
          <p:cNvSpPr/>
          <p:nvPr/>
        </p:nvSpPr>
        <p:spPr>
          <a:xfrm>
            <a:off x="5082773" y="4629785"/>
            <a:ext cx="2016224" cy="1152128"/>
          </a:xfrm>
          <a:prstGeom prst="wedgeRoundRectCallout">
            <a:avLst>
              <a:gd name="adj1" fmla="val -8677"/>
              <a:gd name="adj2" fmla="val -92960"/>
              <a:gd name="adj3" fmla="val 16667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badi" panose="020F0502020204030204" pitchFamily="34" charset="0"/>
                <a:ea typeface="+mn-ea"/>
                <a:cs typeface="+mn-cs"/>
              </a:rPr>
              <a:t>Active compromise (e.g., PLC trip, API command injection).</a:t>
            </a:r>
          </a:p>
        </p:txBody>
      </p:sp>
      <p:sp>
        <p:nvSpPr>
          <p:cNvPr id="21" name="Speech Bubble: Rectangle with Corners Rounded 20">
            <a:extLst>
              <a:ext uri="{FF2B5EF4-FFF2-40B4-BE49-F238E27FC236}">
                <a16:creationId xmlns:a16="http://schemas.microsoft.com/office/drawing/2014/main" id="{64077502-FB8F-3A17-3A95-C59ED1778DE3}"/>
              </a:ext>
            </a:extLst>
          </p:cNvPr>
          <p:cNvSpPr/>
          <p:nvPr/>
        </p:nvSpPr>
        <p:spPr>
          <a:xfrm>
            <a:off x="7464154" y="4629785"/>
            <a:ext cx="2016224" cy="1152128"/>
          </a:xfrm>
          <a:prstGeom prst="wedgeRoundRectCallout">
            <a:avLst>
              <a:gd name="adj1" fmla="val -8677"/>
              <a:gd name="adj2" fmla="val -92960"/>
              <a:gd name="adj3" fmla="val 16667"/>
            </a:avLst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badi" panose="020F0502020204030204" pitchFamily="34" charset="0"/>
                <a:ea typeface="+mn-ea"/>
                <a:cs typeface="+mn-cs"/>
              </a:rPr>
              <a:t>SOAR quarantine and isolation protocols.</a:t>
            </a:r>
          </a:p>
        </p:txBody>
      </p:sp>
      <p:sp>
        <p:nvSpPr>
          <p:cNvPr id="22" name="Speech Bubble: Rectangle with Corners Rounded 21">
            <a:extLst>
              <a:ext uri="{FF2B5EF4-FFF2-40B4-BE49-F238E27FC236}">
                <a16:creationId xmlns:a16="http://schemas.microsoft.com/office/drawing/2014/main" id="{FA879C3F-E938-616E-8759-C50CA0796D1F}"/>
              </a:ext>
            </a:extLst>
          </p:cNvPr>
          <p:cNvSpPr/>
          <p:nvPr/>
        </p:nvSpPr>
        <p:spPr>
          <a:xfrm>
            <a:off x="9729847" y="4628694"/>
            <a:ext cx="2016224" cy="1152128"/>
          </a:xfrm>
          <a:prstGeom prst="wedgeRoundRectCallout">
            <a:avLst>
              <a:gd name="adj1" fmla="val -8677"/>
              <a:gd name="adj2" fmla="val -92960"/>
              <a:gd name="adj3" fmla="val 16667"/>
            </a:avLst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badi" panose="020F0502020204030204" pitchFamily="34" charset="0"/>
                <a:ea typeface="+mn-ea"/>
                <a:cs typeface="+mn-cs"/>
              </a:rPr>
              <a:t>Rotating keys, rotating threat index, cache clear.</a:t>
            </a:r>
            <a:endParaRPr kumimoji="0" lang="en-SG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bad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7335179"/>
      </p:ext>
    </p:extLst>
  </p:cSld>
  <p:clrMapOvr>
    <a:masterClrMapping/>
  </p:clrMapOvr>
</p:sld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7.jpeg"/></Relationships>
</file>

<file path=ppt/theme/theme1.xml><?xml version="1.0" encoding="utf-8"?>
<a:theme xmlns:a="http://schemas.openxmlformats.org/drawingml/2006/main" name="Blockwork elegance">
  <a:themeElements>
    <a:clrScheme name="Blockwork Elegance- Copilot 1">
      <a:dk1>
        <a:srgbClr val="000000"/>
      </a:dk1>
      <a:lt1>
        <a:srgbClr val="FFFFFF"/>
      </a:lt1>
      <a:dk2>
        <a:srgbClr val="000102"/>
      </a:dk2>
      <a:lt2>
        <a:srgbClr val="F6F2E6"/>
      </a:lt2>
      <a:accent1>
        <a:srgbClr val="28436C"/>
      </a:accent1>
      <a:accent2>
        <a:srgbClr val="F3BC24"/>
      </a:accent2>
      <a:accent3>
        <a:srgbClr val="8E7B63"/>
      </a:accent3>
      <a:accent4>
        <a:srgbClr val="CC563B"/>
      </a:accent4>
      <a:accent5>
        <a:srgbClr val="A3452F"/>
      </a:accent5>
      <a:accent6>
        <a:srgbClr val="BB9D83"/>
      </a:accent6>
      <a:hlink>
        <a:srgbClr val="4E60DA"/>
      </a:hlink>
      <a:folHlink>
        <a:srgbClr val="4E6094"/>
      </a:folHlink>
    </a:clrScheme>
    <a:fontScheme name="Blockwork Elegance">
      <a:majorFont>
        <a:latin typeface="Bahnschrift SemiLight"/>
        <a:ea typeface=""/>
        <a:cs typeface=""/>
      </a:majorFont>
      <a:minorFont>
        <a:latin typeface="Bahnschrift Semi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ockwork elegance_fcaeb239-e0ad-43c4-9739-4084ddd7c62f_wac_v2" id="{21E82CDE-DB0F-446A-AB1C-C548E4C4E61C}" vid="{FC4C4127-EA88-45F9-9442-09B36E6C9168}"/>
    </a:ext>
  </a:extLst>
</a:theme>
</file>

<file path=ppt/theme/theme2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2" ma:contentTypeDescription="Create a new document." ma:contentTypeScope="" ma:versionID="0635a23c60cc3de58ab4c1efc88efc6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b2ec4e1d644ed04c8d3fd0ef60d056a4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  <xsd:element ref="ns2:HasDigitalSignature" minOccurs="0"/>
                <xsd:element ref="ns2:DigitalSignatureProvide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  <xsd:element name="HasDigitalSignature" ma:index="34" nillable="true" ma:displayName="Signed electronically" ma:internalName="HasDigitalSignature" ma:readOnly="true">
      <xsd:simpleType>
        <xsd:restriction base="dms:Boolean"/>
      </xsd:simpleType>
    </xsd:element>
    <xsd:element name="DigitalSignatureProvider" ma:index="35" nillable="true" ma:displayName="Signature provider" ma:internalName="DigitalSignatureProvider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EA42C18-4C38-43BB-8CE3-C963EDA9CBBA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0DE0AE46-2EED-447A-8B24-DFD65B70D44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C3B381C-6232-408C-B65A-8475398E4C3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a19d03a-48bc-4359-8038-5b5f6d5847c3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{8F3E6D5F-11CA-41AE-BD4D-060631D42E26}0f45c1b8-b519-4737-8f12-a18148944ef7-TFfcaeb239-e0ad-43c4-9739-4084ddd7c62fe496f549_win32</Template>
  <TotalTime>7</TotalTime>
  <Words>717</Words>
  <Application>Microsoft Office PowerPoint</Application>
  <PresentationFormat>Widescreen</PresentationFormat>
  <Paragraphs>56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Abadi</vt:lpstr>
      <vt:lpstr>Aptos</vt:lpstr>
      <vt:lpstr>Arial</vt:lpstr>
      <vt:lpstr>Bahnschrift SemiLight</vt:lpstr>
      <vt:lpstr>Bahnschrift SemiLight (Body)</vt:lpstr>
      <vt:lpstr>Calisto MT</vt:lpstr>
      <vt:lpstr>Wingdings 2</vt:lpstr>
      <vt:lpstr>Blockwork elegance</vt:lpstr>
      <vt:lpstr>Slate</vt:lpstr>
      <vt:lpstr>Interactive ENTERPRISE IT Cyber Range</vt:lpstr>
      <vt:lpstr>Operational Modes</vt:lpstr>
      <vt:lpstr>Phases Mapped to NIST Cybersecurity Framework (CSF) </vt:lpstr>
      <vt:lpstr>Interactive Smart City Cyber Range</vt:lpstr>
      <vt:lpstr>Operational Modes</vt:lpstr>
      <vt:lpstr>Phases Mapped to NIST Cybersecurity Framework (CSF)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Eric Y L PANG (ITE)</dc:creator>
  <cp:lastModifiedBy>Eric Y L PANG (ITE)</cp:lastModifiedBy>
  <cp:revision>3</cp:revision>
  <dcterms:created xsi:type="dcterms:W3CDTF">2026-07-13T05:21:49Z</dcterms:created>
  <dcterms:modified xsi:type="dcterms:W3CDTF">2026-07-14T07:27:45Z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  <property fmtid="{D5CDD505-2E9C-101B-9397-08002B2CF9AE}" pid="4" name="MSIP_Label_eefc09b6-5eeb-45a3-8489-5b9dd328deec_Enabled">
    <vt:lpwstr>true</vt:lpwstr>
  </property>
  <property fmtid="{D5CDD505-2E9C-101B-9397-08002B2CF9AE}" pid="5" name="MSIP_Label_eefc09b6-5eeb-45a3-8489-5b9dd328deec_SetDate">
    <vt:lpwstr>2026-07-13T06:21:46Z</vt:lpwstr>
  </property>
  <property fmtid="{D5CDD505-2E9C-101B-9397-08002B2CF9AE}" pid="6" name="MSIP_Label_eefc09b6-5eeb-45a3-8489-5b9dd328deec_Method">
    <vt:lpwstr>Privileged</vt:lpwstr>
  </property>
  <property fmtid="{D5CDD505-2E9C-101B-9397-08002B2CF9AE}" pid="7" name="MSIP_Label_eefc09b6-5eeb-45a3-8489-5b9dd328deec_Name">
    <vt:lpwstr>eefc09b6-5eeb-45a3-8489-5b9dd328deec</vt:lpwstr>
  </property>
  <property fmtid="{D5CDD505-2E9C-101B-9397-08002B2CF9AE}" pid="8" name="MSIP_Label_eefc09b6-5eeb-45a3-8489-5b9dd328deec_SiteId">
    <vt:lpwstr>13b42c8c-cbcf-4e3d-9d20-f55b7b5ee3c1</vt:lpwstr>
  </property>
  <property fmtid="{D5CDD505-2E9C-101B-9397-08002B2CF9AE}" pid="9" name="MSIP_Label_eefc09b6-5eeb-45a3-8489-5b9dd328deec_ActionId">
    <vt:lpwstr>11244d22-d425-4c5c-a75e-46f1393b6af1</vt:lpwstr>
  </property>
  <property fmtid="{D5CDD505-2E9C-101B-9397-08002B2CF9AE}" pid="10" name="MSIP_Label_eefc09b6-5eeb-45a3-8489-5b9dd328deec_ContentBits">
    <vt:lpwstr>0</vt:lpwstr>
  </property>
  <property fmtid="{D5CDD505-2E9C-101B-9397-08002B2CF9AE}" pid="11" name="MSIP_Label_eefc09b6-5eeb-45a3-8489-5b9dd328deec_Tag">
    <vt:lpwstr>10, 0, 1, 1</vt:lpwstr>
  </property>
</Properties>
</file>