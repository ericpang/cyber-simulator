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  <p:sldMasterId id="2147484170" r:id="rId5"/>
  </p:sldMasterIdLst>
  <p:notesMasterIdLst>
    <p:notesMasterId r:id="rId12"/>
  </p:notesMasterIdLst>
  <p:handoutMasterIdLst>
    <p:handoutMasterId r:id="rId13"/>
  </p:handoutMasterIdLst>
  <p:sldIdLst>
    <p:sldId id="258" r:id="rId6"/>
    <p:sldId id="259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588" autoAdjust="0"/>
  </p:normalViewPr>
  <p:slideViewPr>
    <p:cSldViewPr showGuides="1">
      <p:cViewPr varScale="1">
        <p:scale>
          <a:sx n="99" d="100"/>
          <a:sy n="99" d="100"/>
        </p:scale>
        <p:origin x="103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02A918-D3EF-4431-87C8-DFC23E8ADBBF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086A21BE-DDAC-45BD-9039-ED1FC92A1B30}">
      <dgm:prSet phldrT="[Text]" custT="1"/>
      <dgm:spPr/>
      <dgm:t>
        <a:bodyPr/>
        <a:lstStyle/>
        <a:p>
          <a:pPr>
            <a:buNone/>
          </a:pPr>
          <a:r>
            <a:rPr lang="en-SG" sz="1200" b="1" i="0" dirty="0">
              <a:latin typeface="Abadi" panose="020F0502020204030204" pitchFamily="34" charset="0"/>
            </a:rPr>
            <a:t>Baseline Operations</a:t>
          </a:r>
          <a:endParaRPr lang="en-SG" sz="1200" dirty="0">
            <a:latin typeface="Abadi" panose="020F0502020204030204" pitchFamily="34" charset="0"/>
          </a:endParaRPr>
        </a:p>
      </dgm:t>
    </dgm:pt>
    <dgm:pt modelId="{588C73A3-621F-40D7-ADEF-76C95869D3D2}" type="parTrans" cxnId="{0134146F-DD1F-47DF-863A-0704A5DAF746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F0421827-7167-44B1-8E06-0B0B65BBC75A}" type="sibTrans" cxnId="{0134146F-DD1F-47DF-863A-0704A5DAF746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DD53190A-5A68-472E-9BA2-E8E6A2D09881}">
      <dgm:prSet phldrT="[Text]" custT="1"/>
      <dgm:spPr/>
      <dgm:t>
        <a:bodyPr/>
        <a:lstStyle/>
        <a:p>
          <a:pPr>
            <a:buNone/>
          </a:pPr>
          <a:r>
            <a:rPr lang="en-SG" sz="1400" dirty="0">
              <a:latin typeface="Abadi" panose="020F0502020204030204" pitchFamily="34" charset="0"/>
            </a:rPr>
            <a:t>Identify &amp; Protect</a:t>
          </a:r>
        </a:p>
      </dgm:t>
    </dgm:pt>
    <dgm:pt modelId="{578CB6BA-C05D-4A16-A41E-05E9B6627A0E}" type="parTrans" cxnId="{99DA5961-9700-4453-92F0-63FCD6E79847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80B09C24-D0EC-44D8-8F33-D5A4E12BA028}" type="sibTrans" cxnId="{99DA5961-9700-4453-92F0-63FCD6E79847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1DE31A73-B2C3-4FAA-A66B-836996835B65}">
      <dgm:prSet phldrT="[Text]" custT="1"/>
      <dgm:spPr/>
      <dgm:t>
        <a:bodyPr/>
        <a:lstStyle/>
        <a:p>
          <a:pPr>
            <a:buNone/>
          </a:pPr>
          <a:r>
            <a:rPr lang="en-SG" sz="1200" b="1" i="0" dirty="0">
              <a:latin typeface="Abadi" panose="020F0502020204030204" pitchFamily="34" charset="0"/>
            </a:rPr>
            <a:t>Reconnaissance</a:t>
          </a:r>
          <a:endParaRPr lang="en-SG" sz="1200" dirty="0">
            <a:latin typeface="Abadi" panose="020F0502020204030204" pitchFamily="34" charset="0"/>
          </a:endParaRPr>
        </a:p>
      </dgm:t>
    </dgm:pt>
    <dgm:pt modelId="{F864E83E-E67C-4F62-81D3-6089CDF38835}" type="parTrans" cxnId="{5B78C1AA-50E2-4BED-862C-B607A9F06FBD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13AA0027-58E5-421F-9E53-EB2DC6293D62}" type="sibTrans" cxnId="{5B78C1AA-50E2-4BED-862C-B607A9F06FBD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E04DE78D-F4C9-44E7-930F-BF83B1295924}">
      <dgm:prSet phldrT="[Text]" phldr="0" custT="1"/>
      <dgm:spPr/>
      <dgm:t>
        <a:bodyPr/>
        <a:lstStyle/>
        <a:p>
          <a:r>
            <a:rPr lang="en-SG" sz="1400" dirty="0">
              <a:latin typeface="Abadi" panose="020F0502020204030204" pitchFamily="34" charset="0"/>
            </a:rPr>
            <a:t>Protect &amp; Detect</a:t>
          </a:r>
        </a:p>
      </dgm:t>
    </dgm:pt>
    <dgm:pt modelId="{493F7F9F-79B3-4941-8639-79F525404746}" type="parTrans" cxnId="{27196117-57F0-4D70-999D-7AFEFC02A2F6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89046754-E18D-4E52-AAE8-07536E988926}" type="sibTrans" cxnId="{27196117-57F0-4D70-999D-7AFEFC02A2F6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3DDB32F1-ACFA-4D86-8F69-C585FF9D2A73}">
      <dgm:prSet phldrT="[Text]" custT="1"/>
      <dgm:spPr/>
      <dgm:t>
        <a:bodyPr/>
        <a:lstStyle/>
        <a:p>
          <a:pPr>
            <a:buNone/>
          </a:pPr>
          <a:r>
            <a:rPr lang="en-SG" sz="1200" b="1" i="0" dirty="0">
              <a:latin typeface="Abadi" panose="020F0502020204030204" pitchFamily="34" charset="0"/>
            </a:rPr>
            <a:t>Exploitation</a:t>
          </a:r>
          <a:endParaRPr lang="en-SG" sz="1200" dirty="0">
            <a:latin typeface="Abadi" panose="020F0502020204030204" pitchFamily="34" charset="0"/>
          </a:endParaRPr>
        </a:p>
      </dgm:t>
    </dgm:pt>
    <dgm:pt modelId="{FD7346A8-AA2D-4739-9082-7C0338866EA1}" type="parTrans" cxnId="{EA783779-0DD2-407B-A0FD-D42B3E288248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2143977D-3B2C-4632-892D-64E9B560A6E1}" type="sibTrans" cxnId="{EA783779-0DD2-407B-A0FD-D42B3E288248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4BFC9332-240C-48D2-8C4A-C93D73B063F6}">
      <dgm:prSet phldrT="[Text]" phldr="0" custT="1"/>
      <dgm:spPr/>
      <dgm:t>
        <a:bodyPr/>
        <a:lstStyle/>
        <a:p>
          <a:r>
            <a:rPr lang="en-SG" sz="1400" dirty="0">
              <a:latin typeface="Abadi" panose="020F0502020204030204" pitchFamily="34" charset="0"/>
            </a:rPr>
            <a:t>Detect</a:t>
          </a:r>
        </a:p>
      </dgm:t>
    </dgm:pt>
    <dgm:pt modelId="{62F7C4B0-E48A-43F4-956D-7D62A5592848}" type="parTrans" cxnId="{9B2C7BBC-E876-41E4-A5AA-3371CA350063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45ECF3E0-C51E-452F-81EC-B2C1B1881EF9}" type="sibTrans" cxnId="{9B2C7BBC-E876-41E4-A5AA-3371CA350063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B954CDE9-AFCE-4D2D-8039-FCB2949AD7E5}">
      <dgm:prSet phldrT="[Text]" phldr="0" custT="1"/>
      <dgm:spPr/>
      <dgm:t>
        <a:bodyPr/>
        <a:lstStyle/>
        <a:p>
          <a:pPr>
            <a:buNone/>
          </a:pPr>
          <a:r>
            <a:rPr lang="en-SG" sz="1200" b="1" i="0" dirty="0">
              <a:latin typeface="Abadi" panose="020F0502020204030204" pitchFamily="34" charset="0"/>
            </a:rPr>
            <a:t>Autonomous </a:t>
          </a:r>
          <a:r>
            <a:rPr lang="en-SG" sz="1200" b="1" i="0" dirty="0" err="1">
              <a:latin typeface="Abadi" panose="020F0502020204030204" pitchFamily="34" charset="0"/>
            </a:rPr>
            <a:t>Defense</a:t>
          </a:r>
          <a:endParaRPr lang="en-SG" sz="1200" dirty="0">
            <a:latin typeface="Abadi" panose="020F0502020204030204" pitchFamily="34" charset="0"/>
          </a:endParaRPr>
        </a:p>
      </dgm:t>
    </dgm:pt>
    <dgm:pt modelId="{0F029148-DEA2-4AE7-A801-C20B8D3D21D8}" type="parTrans" cxnId="{B7B9976D-CFD7-4F32-9528-19E5669F5FDF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1EDD3342-B01C-4DFD-B712-230205BD8513}" type="sibTrans" cxnId="{B7B9976D-CFD7-4F32-9528-19E5669F5FDF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3DFE5597-9B82-4BD2-800B-0E3E69ED362B}">
      <dgm:prSet phldrT="[Text]" phldr="0" custT="1"/>
      <dgm:spPr/>
      <dgm:t>
        <a:bodyPr/>
        <a:lstStyle/>
        <a:p>
          <a:pPr>
            <a:buNone/>
          </a:pPr>
          <a:r>
            <a:rPr lang="en-SG" sz="1400">
              <a:latin typeface="Abadi" panose="020F0502020204030204" pitchFamily="34" charset="0"/>
            </a:rPr>
            <a:t>Respond</a:t>
          </a:r>
          <a:endParaRPr lang="en-SG" sz="1400" dirty="0">
            <a:latin typeface="Abadi" panose="020F0502020204030204" pitchFamily="34" charset="0"/>
          </a:endParaRPr>
        </a:p>
      </dgm:t>
    </dgm:pt>
    <dgm:pt modelId="{1C6E13A8-4F20-43B2-AA9F-B3EC7E839F64}" type="parTrans" cxnId="{16C32D15-9960-4B5B-8774-DEF97509746C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678DF173-7FE0-4509-90C7-9B5710B616B3}" type="sibTrans" cxnId="{16C32D15-9960-4B5B-8774-DEF97509746C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0BAF3A77-F0C5-4632-8E6B-59CB0D981EBD}">
      <dgm:prSet phldrT="[Text]" phldr="0" custT="1"/>
      <dgm:spPr/>
      <dgm:t>
        <a:bodyPr/>
        <a:lstStyle/>
        <a:p>
          <a:pPr>
            <a:buNone/>
          </a:pPr>
          <a:r>
            <a:rPr lang="en-SG" sz="1200" b="1" i="0" dirty="0">
              <a:latin typeface="Abadi" panose="020F0502020204030204" pitchFamily="34" charset="0"/>
            </a:rPr>
            <a:t>Sanitization &amp; Reset</a:t>
          </a:r>
          <a:endParaRPr lang="en-SG" sz="1200" dirty="0">
            <a:latin typeface="Abadi" panose="020F0502020204030204" pitchFamily="34" charset="0"/>
          </a:endParaRPr>
        </a:p>
      </dgm:t>
    </dgm:pt>
    <dgm:pt modelId="{44A0D78C-6981-41B8-B1A5-C25F9BD838BC}" type="parTrans" cxnId="{56587D5B-F6CD-47CF-A091-D77ACD166801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DA6F2B9E-2A6C-453D-8795-B0430BD72BD7}" type="sibTrans" cxnId="{56587D5B-F6CD-47CF-A091-D77ACD166801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1BABC065-25D4-4599-8AC7-DF26297A2792}">
      <dgm:prSet phldrT="[Text]" phldr="0" custT="1"/>
      <dgm:spPr/>
      <dgm:t>
        <a:bodyPr/>
        <a:lstStyle/>
        <a:p>
          <a:pPr>
            <a:buNone/>
          </a:pPr>
          <a:r>
            <a:rPr lang="en-SG" sz="1400">
              <a:latin typeface="Abadi" panose="020F0502020204030204" pitchFamily="34" charset="0"/>
            </a:rPr>
            <a:t>Recover</a:t>
          </a:r>
          <a:endParaRPr lang="en-SG" sz="1400" dirty="0">
            <a:latin typeface="Abadi" panose="020F0502020204030204" pitchFamily="34" charset="0"/>
          </a:endParaRPr>
        </a:p>
      </dgm:t>
    </dgm:pt>
    <dgm:pt modelId="{5C2DAC59-EAE9-420B-AFD8-DC83C11B4EBF}" type="parTrans" cxnId="{8A3F1FD1-5310-4656-97B5-31927DD4EA9A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F2480B1A-F894-432D-9A0C-CD9EE567BBE0}" type="sibTrans" cxnId="{8A3F1FD1-5310-4656-97B5-31927DD4EA9A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BE7B76E6-0708-4649-A4C5-E1E450319BC7}" type="pres">
      <dgm:prSet presAssocID="{D502A918-D3EF-4431-87C8-DFC23E8ADBBF}" presName="theList" presStyleCnt="0">
        <dgm:presLayoutVars>
          <dgm:dir/>
          <dgm:animLvl val="lvl"/>
          <dgm:resizeHandles val="exact"/>
        </dgm:presLayoutVars>
      </dgm:prSet>
      <dgm:spPr/>
    </dgm:pt>
    <dgm:pt modelId="{E8785E55-1989-48E6-8996-7284374ED062}" type="pres">
      <dgm:prSet presAssocID="{086A21BE-DDAC-45BD-9039-ED1FC92A1B30}" presName="compNode" presStyleCnt="0"/>
      <dgm:spPr/>
    </dgm:pt>
    <dgm:pt modelId="{BAD5BF40-DE29-4EB8-9C10-A88177BF468A}" type="pres">
      <dgm:prSet presAssocID="{086A21BE-DDAC-45BD-9039-ED1FC92A1B30}" presName="noGeometry" presStyleCnt="0"/>
      <dgm:spPr/>
    </dgm:pt>
    <dgm:pt modelId="{0CF77E54-2333-4B85-8123-966F047814F7}" type="pres">
      <dgm:prSet presAssocID="{086A21BE-DDAC-45BD-9039-ED1FC92A1B30}" presName="childTextVisible" presStyleLbl="bgAccFollowNode1" presStyleIdx="0" presStyleCnt="5">
        <dgm:presLayoutVars>
          <dgm:bulletEnabled val="1"/>
        </dgm:presLayoutVars>
      </dgm:prSet>
      <dgm:spPr/>
    </dgm:pt>
    <dgm:pt modelId="{899F151B-2CF2-446B-8FEA-B6869A6BE198}" type="pres">
      <dgm:prSet presAssocID="{086A21BE-DDAC-45BD-9039-ED1FC92A1B30}" presName="childTextHidden" presStyleLbl="bgAccFollowNode1" presStyleIdx="0" presStyleCnt="5"/>
      <dgm:spPr/>
    </dgm:pt>
    <dgm:pt modelId="{323C15C8-06E4-4696-AE4E-E5D2526E48F3}" type="pres">
      <dgm:prSet presAssocID="{086A21BE-DDAC-45BD-9039-ED1FC92A1B30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6BDDEE4E-14B3-47F4-A85D-7EAA23BE0155}" type="pres">
      <dgm:prSet presAssocID="{086A21BE-DDAC-45BD-9039-ED1FC92A1B30}" presName="aSpace" presStyleCnt="0"/>
      <dgm:spPr/>
    </dgm:pt>
    <dgm:pt modelId="{456AEDEF-7836-43E1-BDEF-42DC75FBBB5F}" type="pres">
      <dgm:prSet presAssocID="{1DE31A73-B2C3-4FAA-A66B-836996835B65}" presName="compNode" presStyleCnt="0"/>
      <dgm:spPr/>
    </dgm:pt>
    <dgm:pt modelId="{6896FE4C-452A-42D0-AEF6-06748E9764B6}" type="pres">
      <dgm:prSet presAssocID="{1DE31A73-B2C3-4FAA-A66B-836996835B65}" presName="noGeometry" presStyleCnt="0"/>
      <dgm:spPr/>
    </dgm:pt>
    <dgm:pt modelId="{9226C955-E9FB-4E6B-BA23-B838C0FF5D44}" type="pres">
      <dgm:prSet presAssocID="{1DE31A73-B2C3-4FAA-A66B-836996835B65}" presName="childTextVisible" presStyleLbl="bgAccFollowNode1" presStyleIdx="1" presStyleCnt="5">
        <dgm:presLayoutVars>
          <dgm:bulletEnabled val="1"/>
        </dgm:presLayoutVars>
      </dgm:prSet>
      <dgm:spPr/>
    </dgm:pt>
    <dgm:pt modelId="{13E7D2B4-F39C-43AC-AACD-31FB898A8618}" type="pres">
      <dgm:prSet presAssocID="{1DE31A73-B2C3-4FAA-A66B-836996835B65}" presName="childTextHidden" presStyleLbl="bgAccFollowNode1" presStyleIdx="1" presStyleCnt="5"/>
      <dgm:spPr/>
    </dgm:pt>
    <dgm:pt modelId="{CC666CCD-920A-45AE-AB1C-73CF0355C800}" type="pres">
      <dgm:prSet presAssocID="{1DE31A73-B2C3-4FAA-A66B-836996835B65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BC40A6C4-CA3A-4229-8548-14A953E7F849}" type="pres">
      <dgm:prSet presAssocID="{1DE31A73-B2C3-4FAA-A66B-836996835B65}" presName="aSpace" presStyleCnt="0"/>
      <dgm:spPr/>
    </dgm:pt>
    <dgm:pt modelId="{26EA2ABA-C497-4B17-8091-68E4525B7372}" type="pres">
      <dgm:prSet presAssocID="{3DDB32F1-ACFA-4D86-8F69-C585FF9D2A73}" presName="compNode" presStyleCnt="0"/>
      <dgm:spPr/>
    </dgm:pt>
    <dgm:pt modelId="{4858BC48-4C38-4FD3-BF87-7AFC9DB2BCFC}" type="pres">
      <dgm:prSet presAssocID="{3DDB32F1-ACFA-4D86-8F69-C585FF9D2A73}" presName="noGeometry" presStyleCnt="0"/>
      <dgm:spPr/>
    </dgm:pt>
    <dgm:pt modelId="{B6E492D9-CE1F-41AC-877D-DC60C0F38078}" type="pres">
      <dgm:prSet presAssocID="{3DDB32F1-ACFA-4D86-8F69-C585FF9D2A73}" presName="childTextVisible" presStyleLbl="bgAccFollowNode1" presStyleIdx="2" presStyleCnt="5">
        <dgm:presLayoutVars>
          <dgm:bulletEnabled val="1"/>
        </dgm:presLayoutVars>
      </dgm:prSet>
      <dgm:spPr/>
    </dgm:pt>
    <dgm:pt modelId="{079E728E-8A5C-41C6-8E9C-E7CBA2243C00}" type="pres">
      <dgm:prSet presAssocID="{3DDB32F1-ACFA-4D86-8F69-C585FF9D2A73}" presName="childTextHidden" presStyleLbl="bgAccFollowNode1" presStyleIdx="2" presStyleCnt="5"/>
      <dgm:spPr/>
    </dgm:pt>
    <dgm:pt modelId="{2B544A50-05E1-49AF-8AFF-B95C86B7B0A3}" type="pres">
      <dgm:prSet presAssocID="{3DDB32F1-ACFA-4D86-8F69-C585FF9D2A73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8A1864A0-19D3-42F5-82DE-536DC2246E21}" type="pres">
      <dgm:prSet presAssocID="{3DDB32F1-ACFA-4D86-8F69-C585FF9D2A73}" presName="aSpace" presStyleCnt="0"/>
      <dgm:spPr/>
    </dgm:pt>
    <dgm:pt modelId="{3AA1E0AD-6A18-4DEA-8440-1CFA9D68CE34}" type="pres">
      <dgm:prSet presAssocID="{B954CDE9-AFCE-4D2D-8039-FCB2949AD7E5}" presName="compNode" presStyleCnt="0"/>
      <dgm:spPr/>
    </dgm:pt>
    <dgm:pt modelId="{F41DC06E-9EDF-4B41-A8C8-17BC3825680D}" type="pres">
      <dgm:prSet presAssocID="{B954CDE9-AFCE-4D2D-8039-FCB2949AD7E5}" presName="noGeometry" presStyleCnt="0"/>
      <dgm:spPr/>
    </dgm:pt>
    <dgm:pt modelId="{9BC9C730-A31F-48D8-8321-502ABEBBC600}" type="pres">
      <dgm:prSet presAssocID="{B954CDE9-AFCE-4D2D-8039-FCB2949AD7E5}" presName="childTextVisible" presStyleLbl="bgAccFollowNode1" presStyleIdx="3" presStyleCnt="5">
        <dgm:presLayoutVars>
          <dgm:bulletEnabled val="1"/>
        </dgm:presLayoutVars>
      </dgm:prSet>
      <dgm:spPr/>
    </dgm:pt>
    <dgm:pt modelId="{60D1372B-E3BC-45C9-9741-28C6FFC548A2}" type="pres">
      <dgm:prSet presAssocID="{B954CDE9-AFCE-4D2D-8039-FCB2949AD7E5}" presName="childTextHidden" presStyleLbl="bgAccFollowNode1" presStyleIdx="3" presStyleCnt="5"/>
      <dgm:spPr/>
    </dgm:pt>
    <dgm:pt modelId="{F395FDF2-C74D-4F62-B6CE-18EC8180F38B}" type="pres">
      <dgm:prSet presAssocID="{B954CDE9-AFCE-4D2D-8039-FCB2949AD7E5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5CA267F8-C03E-4046-9406-14B026F1E6C5}" type="pres">
      <dgm:prSet presAssocID="{B954CDE9-AFCE-4D2D-8039-FCB2949AD7E5}" presName="aSpace" presStyleCnt="0"/>
      <dgm:spPr/>
    </dgm:pt>
    <dgm:pt modelId="{D99D19F6-726D-4749-9913-FBAD0DFB0BF0}" type="pres">
      <dgm:prSet presAssocID="{0BAF3A77-F0C5-4632-8E6B-59CB0D981EBD}" presName="compNode" presStyleCnt="0"/>
      <dgm:spPr/>
    </dgm:pt>
    <dgm:pt modelId="{45A5EA17-826C-4059-A20C-47809CEB4E49}" type="pres">
      <dgm:prSet presAssocID="{0BAF3A77-F0C5-4632-8E6B-59CB0D981EBD}" presName="noGeometry" presStyleCnt="0"/>
      <dgm:spPr/>
    </dgm:pt>
    <dgm:pt modelId="{7A323995-F663-4E92-95B9-E22A658674DB}" type="pres">
      <dgm:prSet presAssocID="{0BAF3A77-F0C5-4632-8E6B-59CB0D981EBD}" presName="childTextVisible" presStyleLbl="bgAccFollowNode1" presStyleIdx="4" presStyleCnt="5">
        <dgm:presLayoutVars>
          <dgm:bulletEnabled val="1"/>
        </dgm:presLayoutVars>
      </dgm:prSet>
      <dgm:spPr/>
    </dgm:pt>
    <dgm:pt modelId="{6D3C6714-3A12-4336-A871-80605023D150}" type="pres">
      <dgm:prSet presAssocID="{0BAF3A77-F0C5-4632-8E6B-59CB0D981EBD}" presName="childTextHidden" presStyleLbl="bgAccFollowNode1" presStyleIdx="4" presStyleCnt="5"/>
      <dgm:spPr/>
    </dgm:pt>
    <dgm:pt modelId="{B436B5D2-30B1-4391-9444-53A20921185E}" type="pres">
      <dgm:prSet presAssocID="{0BAF3A77-F0C5-4632-8E6B-59CB0D981EBD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16C32D15-9960-4B5B-8774-DEF97509746C}" srcId="{B954CDE9-AFCE-4D2D-8039-FCB2949AD7E5}" destId="{3DFE5597-9B82-4BD2-800B-0E3E69ED362B}" srcOrd="0" destOrd="0" parTransId="{1C6E13A8-4F20-43B2-AA9F-B3EC7E839F64}" sibTransId="{678DF173-7FE0-4509-90C7-9B5710B616B3}"/>
    <dgm:cxn modelId="{27196117-57F0-4D70-999D-7AFEFC02A2F6}" srcId="{1DE31A73-B2C3-4FAA-A66B-836996835B65}" destId="{E04DE78D-F4C9-44E7-930F-BF83B1295924}" srcOrd="0" destOrd="0" parTransId="{493F7F9F-79B3-4941-8639-79F525404746}" sibTransId="{89046754-E18D-4E52-AAE8-07536E988926}"/>
    <dgm:cxn modelId="{A87BC32D-547E-4D48-A7E3-5ADAA1267BD4}" type="presOf" srcId="{DD53190A-5A68-472E-9BA2-E8E6A2D09881}" destId="{899F151B-2CF2-446B-8FEA-B6869A6BE198}" srcOrd="1" destOrd="0" presId="urn:microsoft.com/office/officeart/2005/8/layout/hProcess6"/>
    <dgm:cxn modelId="{73CA0636-A61A-4DA0-A154-FED7E00CBAB7}" type="presOf" srcId="{D502A918-D3EF-4431-87C8-DFC23E8ADBBF}" destId="{BE7B76E6-0708-4649-A4C5-E1E450319BC7}" srcOrd="0" destOrd="0" presId="urn:microsoft.com/office/officeart/2005/8/layout/hProcess6"/>
    <dgm:cxn modelId="{56587D5B-F6CD-47CF-A091-D77ACD166801}" srcId="{D502A918-D3EF-4431-87C8-DFC23E8ADBBF}" destId="{0BAF3A77-F0C5-4632-8E6B-59CB0D981EBD}" srcOrd="4" destOrd="0" parTransId="{44A0D78C-6981-41B8-B1A5-C25F9BD838BC}" sibTransId="{DA6F2B9E-2A6C-453D-8795-B0430BD72BD7}"/>
    <dgm:cxn modelId="{1AEE445C-0933-446E-AF64-A4EF8CBE011D}" type="presOf" srcId="{DD53190A-5A68-472E-9BA2-E8E6A2D09881}" destId="{0CF77E54-2333-4B85-8123-966F047814F7}" srcOrd="0" destOrd="0" presId="urn:microsoft.com/office/officeart/2005/8/layout/hProcess6"/>
    <dgm:cxn modelId="{99DA5961-9700-4453-92F0-63FCD6E79847}" srcId="{086A21BE-DDAC-45BD-9039-ED1FC92A1B30}" destId="{DD53190A-5A68-472E-9BA2-E8E6A2D09881}" srcOrd="0" destOrd="0" parTransId="{578CB6BA-C05D-4A16-A41E-05E9B6627A0E}" sibTransId="{80B09C24-D0EC-44D8-8F33-D5A4E12BA028}"/>
    <dgm:cxn modelId="{0BCC9364-300B-46D5-A4D5-3479D382D752}" type="presOf" srcId="{3DDB32F1-ACFA-4D86-8F69-C585FF9D2A73}" destId="{2B544A50-05E1-49AF-8AFF-B95C86B7B0A3}" srcOrd="0" destOrd="0" presId="urn:microsoft.com/office/officeart/2005/8/layout/hProcess6"/>
    <dgm:cxn modelId="{DE2C1F45-661E-4D2A-965B-BB408E1214DA}" type="presOf" srcId="{4BFC9332-240C-48D2-8C4A-C93D73B063F6}" destId="{B6E492D9-CE1F-41AC-877D-DC60C0F38078}" srcOrd="0" destOrd="0" presId="urn:microsoft.com/office/officeart/2005/8/layout/hProcess6"/>
    <dgm:cxn modelId="{3C353667-6A6F-4549-A1D5-429F892ABF90}" type="presOf" srcId="{3DFE5597-9B82-4BD2-800B-0E3E69ED362B}" destId="{9BC9C730-A31F-48D8-8321-502ABEBBC600}" srcOrd="0" destOrd="0" presId="urn:microsoft.com/office/officeart/2005/8/layout/hProcess6"/>
    <dgm:cxn modelId="{68695747-3515-461E-8E0A-4A7F7F629AB3}" type="presOf" srcId="{E04DE78D-F4C9-44E7-930F-BF83B1295924}" destId="{13E7D2B4-F39C-43AC-AACD-31FB898A8618}" srcOrd="1" destOrd="0" presId="urn:microsoft.com/office/officeart/2005/8/layout/hProcess6"/>
    <dgm:cxn modelId="{3D0F3369-2B7B-4C77-BBAE-12930B829BB1}" type="presOf" srcId="{B954CDE9-AFCE-4D2D-8039-FCB2949AD7E5}" destId="{F395FDF2-C74D-4F62-B6CE-18EC8180F38B}" srcOrd="0" destOrd="0" presId="urn:microsoft.com/office/officeart/2005/8/layout/hProcess6"/>
    <dgm:cxn modelId="{E58F614C-D08D-4898-9047-1356D446CB5D}" type="presOf" srcId="{E04DE78D-F4C9-44E7-930F-BF83B1295924}" destId="{9226C955-E9FB-4E6B-BA23-B838C0FF5D44}" srcOrd="0" destOrd="0" presId="urn:microsoft.com/office/officeart/2005/8/layout/hProcess6"/>
    <dgm:cxn modelId="{FAA5554C-2595-458E-BFDA-1A637FA792A7}" type="presOf" srcId="{1BABC065-25D4-4599-8AC7-DF26297A2792}" destId="{7A323995-F663-4E92-95B9-E22A658674DB}" srcOrd="0" destOrd="0" presId="urn:microsoft.com/office/officeart/2005/8/layout/hProcess6"/>
    <dgm:cxn modelId="{B7B9976D-CFD7-4F32-9528-19E5669F5FDF}" srcId="{D502A918-D3EF-4431-87C8-DFC23E8ADBBF}" destId="{B954CDE9-AFCE-4D2D-8039-FCB2949AD7E5}" srcOrd="3" destOrd="0" parTransId="{0F029148-DEA2-4AE7-A801-C20B8D3D21D8}" sibTransId="{1EDD3342-B01C-4DFD-B712-230205BD8513}"/>
    <dgm:cxn modelId="{0134146F-DD1F-47DF-863A-0704A5DAF746}" srcId="{D502A918-D3EF-4431-87C8-DFC23E8ADBBF}" destId="{086A21BE-DDAC-45BD-9039-ED1FC92A1B30}" srcOrd="0" destOrd="0" parTransId="{588C73A3-621F-40D7-ADEF-76C95869D3D2}" sibTransId="{F0421827-7167-44B1-8E06-0B0B65BBC75A}"/>
    <dgm:cxn modelId="{12B42C75-15E0-427B-A390-151AF7ED44D1}" type="presOf" srcId="{1BABC065-25D4-4599-8AC7-DF26297A2792}" destId="{6D3C6714-3A12-4336-A871-80605023D150}" srcOrd="1" destOrd="0" presId="urn:microsoft.com/office/officeart/2005/8/layout/hProcess6"/>
    <dgm:cxn modelId="{EA783779-0DD2-407B-A0FD-D42B3E288248}" srcId="{D502A918-D3EF-4431-87C8-DFC23E8ADBBF}" destId="{3DDB32F1-ACFA-4D86-8F69-C585FF9D2A73}" srcOrd="2" destOrd="0" parTransId="{FD7346A8-AA2D-4739-9082-7C0338866EA1}" sibTransId="{2143977D-3B2C-4632-892D-64E9B560A6E1}"/>
    <dgm:cxn modelId="{0995B47D-644A-47A0-89F7-A98F442AFEFC}" type="presOf" srcId="{1DE31A73-B2C3-4FAA-A66B-836996835B65}" destId="{CC666CCD-920A-45AE-AB1C-73CF0355C800}" srcOrd="0" destOrd="0" presId="urn:microsoft.com/office/officeart/2005/8/layout/hProcess6"/>
    <dgm:cxn modelId="{67ADFB7D-53AF-4863-9F1E-1B1D0EF64168}" type="presOf" srcId="{4BFC9332-240C-48D2-8C4A-C93D73B063F6}" destId="{079E728E-8A5C-41C6-8E9C-E7CBA2243C00}" srcOrd="1" destOrd="0" presId="urn:microsoft.com/office/officeart/2005/8/layout/hProcess6"/>
    <dgm:cxn modelId="{660FCA9F-AB93-4E44-A741-4D61C83E14F2}" type="presOf" srcId="{3DFE5597-9B82-4BD2-800B-0E3E69ED362B}" destId="{60D1372B-E3BC-45C9-9741-28C6FFC548A2}" srcOrd="1" destOrd="0" presId="urn:microsoft.com/office/officeart/2005/8/layout/hProcess6"/>
    <dgm:cxn modelId="{0AEDBDA4-232B-486A-8D56-4A04F500BB01}" type="presOf" srcId="{0BAF3A77-F0C5-4632-8E6B-59CB0D981EBD}" destId="{B436B5D2-30B1-4391-9444-53A20921185E}" srcOrd="0" destOrd="0" presId="urn:microsoft.com/office/officeart/2005/8/layout/hProcess6"/>
    <dgm:cxn modelId="{5B78C1AA-50E2-4BED-862C-B607A9F06FBD}" srcId="{D502A918-D3EF-4431-87C8-DFC23E8ADBBF}" destId="{1DE31A73-B2C3-4FAA-A66B-836996835B65}" srcOrd="1" destOrd="0" parTransId="{F864E83E-E67C-4F62-81D3-6089CDF38835}" sibTransId="{13AA0027-58E5-421F-9E53-EB2DC6293D62}"/>
    <dgm:cxn modelId="{9B2C7BBC-E876-41E4-A5AA-3371CA350063}" srcId="{3DDB32F1-ACFA-4D86-8F69-C585FF9D2A73}" destId="{4BFC9332-240C-48D2-8C4A-C93D73B063F6}" srcOrd="0" destOrd="0" parTransId="{62F7C4B0-E48A-43F4-956D-7D62A5592848}" sibTransId="{45ECF3E0-C51E-452F-81EC-B2C1B1881EF9}"/>
    <dgm:cxn modelId="{8A3F1FD1-5310-4656-97B5-31927DD4EA9A}" srcId="{0BAF3A77-F0C5-4632-8E6B-59CB0D981EBD}" destId="{1BABC065-25D4-4599-8AC7-DF26297A2792}" srcOrd="0" destOrd="0" parTransId="{5C2DAC59-EAE9-420B-AFD8-DC83C11B4EBF}" sibTransId="{F2480B1A-F894-432D-9A0C-CD9EE567BBE0}"/>
    <dgm:cxn modelId="{6DA56DE2-A7D1-41F0-8D31-33C09553A291}" type="presOf" srcId="{086A21BE-DDAC-45BD-9039-ED1FC92A1B30}" destId="{323C15C8-06E4-4696-AE4E-E5D2526E48F3}" srcOrd="0" destOrd="0" presId="urn:microsoft.com/office/officeart/2005/8/layout/hProcess6"/>
    <dgm:cxn modelId="{B166B937-001B-439B-AD9D-F0D0EAC0F108}" type="presParOf" srcId="{BE7B76E6-0708-4649-A4C5-E1E450319BC7}" destId="{E8785E55-1989-48E6-8996-7284374ED062}" srcOrd="0" destOrd="0" presId="urn:microsoft.com/office/officeart/2005/8/layout/hProcess6"/>
    <dgm:cxn modelId="{AAC7B9EE-233C-42FC-8D17-D9162A498BA7}" type="presParOf" srcId="{E8785E55-1989-48E6-8996-7284374ED062}" destId="{BAD5BF40-DE29-4EB8-9C10-A88177BF468A}" srcOrd="0" destOrd="0" presId="urn:microsoft.com/office/officeart/2005/8/layout/hProcess6"/>
    <dgm:cxn modelId="{6B0E9A0A-7254-499B-A54B-6C09FCB5A512}" type="presParOf" srcId="{E8785E55-1989-48E6-8996-7284374ED062}" destId="{0CF77E54-2333-4B85-8123-966F047814F7}" srcOrd="1" destOrd="0" presId="urn:microsoft.com/office/officeart/2005/8/layout/hProcess6"/>
    <dgm:cxn modelId="{65F6F708-337F-41D7-9A6E-0C551DDDF558}" type="presParOf" srcId="{E8785E55-1989-48E6-8996-7284374ED062}" destId="{899F151B-2CF2-446B-8FEA-B6869A6BE198}" srcOrd="2" destOrd="0" presId="urn:microsoft.com/office/officeart/2005/8/layout/hProcess6"/>
    <dgm:cxn modelId="{505A88A1-B977-4322-AD6E-49FFDD1E56DD}" type="presParOf" srcId="{E8785E55-1989-48E6-8996-7284374ED062}" destId="{323C15C8-06E4-4696-AE4E-E5D2526E48F3}" srcOrd="3" destOrd="0" presId="urn:microsoft.com/office/officeart/2005/8/layout/hProcess6"/>
    <dgm:cxn modelId="{4369B199-71FD-48D5-B1F1-0662ED8F5A93}" type="presParOf" srcId="{BE7B76E6-0708-4649-A4C5-E1E450319BC7}" destId="{6BDDEE4E-14B3-47F4-A85D-7EAA23BE0155}" srcOrd="1" destOrd="0" presId="urn:microsoft.com/office/officeart/2005/8/layout/hProcess6"/>
    <dgm:cxn modelId="{C4DFCA1C-6A5C-4882-B0E6-A256E9A32760}" type="presParOf" srcId="{BE7B76E6-0708-4649-A4C5-E1E450319BC7}" destId="{456AEDEF-7836-43E1-BDEF-42DC75FBBB5F}" srcOrd="2" destOrd="0" presId="urn:microsoft.com/office/officeart/2005/8/layout/hProcess6"/>
    <dgm:cxn modelId="{24D27999-9A1B-4AC3-9293-816BEAE69783}" type="presParOf" srcId="{456AEDEF-7836-43E1-BDEF-42DC75FBBB5F}" destId="{6896FE4C-452A-42D0-AEF6-06748E9764B6}" srcOrd="0" destOrd="0" presId="urn:microsoft.com/office/officeart/2005/8/layout/hProcess6"/>
    <dgm:cxn modelId="{692222F8-325C-4CE2-8978-DD3B5163A380}" type="presParOf" srcId="{456AEDEF-7836-43E1-BDEF-42DC75FBBB5F}" destId="{9226C955-E9FB-4E6B-BA23-B838C0FF5D44}" srcOrd="1" destOrd="0" presId="urn:microsoft.com/office/officeart/2005/8/layout/hProcess6"/>
    <dgm:cxn modelId="{39C08958-BEB7-41C8-B827-B39CF126DC7D}" type="presParOf" srcId="{456AEDEF-7836-43E1-BDEF-42DC75FBBB5F}" destId="{13E7D2B4-F39C-43AC-AACD-31FB898A8618}" srcOrd="2" destOrd="0" presId="urn:microsoft.com/office/officeart/2005/8/layout/hProcess6"/>
    <dgm:cxn modelId="{AA9614F3-276D-41F6-B41D-B3A09B6DEC60}" type="presParOf" srcId="{456AEDEF-7836-43E1-BDEF-42DC75FBBB5F}" destId="{CC666CCD-920A-45AE-AB1C-73CF0355C800}" srcOrd="3" destOrd="0" presId="urn:microsoft.com/office/officeart/2005/8/layout/hProcess6"/>
    <dgm:cxn modelId="{79AD8F7A-566A-4DF0-99DB-D43457885B6C}" type="presParOf" srcId="{BE7B76E6-0708-4649-A4C5-E1E450319BC7}" destId="{BC40A6C4-CA3A-4229-8548-14A953E7F849}" srcOrd="3" destOrd="0" presId="urn:microsoft.com/office/officeart/2005/8/layout/hProcess6"/>
    <dgm:cxn modelId="{682CA4E3-3107-4285-A3C9-710C13B57FEE}" type="presParOf" srcId="{BE7B76E6-0708-4649-A4C5-E1E450319BC7}" destId="{26EA2ABA-C497-4B17-8091-68E4525B7372}" srcOrd="4" destOrd="0" presId="urn:microsoft.com/office/officeart/2005/8/layout/hProcess6"/>
    <dgm:cxn modelId="{93F9C0AB-4A9A-497A-94DB-30F815CA641D}" type="presParOf" srcId="{26EA2ABA-C497-4B17-8091-68E4525B7372}" destId="{4858BC48-4C38-4FD3-BF87-7AFC9DB2BCFC}" srcOrd="0" destOrd="0" presId="urn:microsoft.com/office/officeart/2005/8/layout/hProcess6"/>
    <dgm:cxn modelId="{9212142F-F347-4816-8BCF-640438B477E8}" type="presParOf" srcId="{26EA2ABA-C497-4B17-8091-68E4525B7372}" destId="{B6E492D9-CE1F-41AC-877D-DC60C0F38078}" srcOrd="1" destOrd="0" presId="urn:microsoft.com/office/officeart/2005/8/layout/hProcess6"/>
    <dgm:cxn modelId="{9E84B3C2-1AC2-41D1-A9A9-89CE797074DC}" type="presParOf" srcId="{26EA2ABA-C497-4B17-8091-68E4525B7372}" destId="{079E728E-8A5C-41C6-8E9C-E7CBA2243C00}" srcOrd="2" destOrd="0" presId="urn:microsoft.com/office/officeart/2005/8/layout/hProcess6"/>
    <dgm:cxn modelId="{B3577507-41D8-4ACE-BDEC-FFBAAF927311}" type="presParOf" srcId="{26EA2ABA-C497-4B17-8091-68E4525B7372}" destId="{2B544A50-05E1-49AF-8AFF-B95C86B7B0A3}" srcOrd="3" destOrd="0" presId="urn:microsoft.com/office/officeart/2005/8/layout/hProcess6"/>
    <dgm:cxn modelId="{DCDE77DC-F8F9-4CF6-B6F4-A38CD581B5BE}" type="presParOf" srcId="{BE7B76E6-0708-4649-A4C5-E1E450319BC7}" destId="{8A1864A0-19D3-42F5-82DE-536DC2246E21}" srcOrd="5" destOrd="0" presId="urn:microsoft.com/office/officeart/2005/8/layout/hProcess6"/>
    <dgm:cxn modelId="{D8DBEC4A-1031-43D9-A798-86C977752277}" type="presParOf" srcId="{BE7B76E6-0708-4649-A4C5-E1E450319BC7}" destId="{3AA1E0AD-6A18-4DEA-8440-1CFA9D68CE34}" srcOrd="6" destOrd="0" presId="urn:microsoft.com/office/officeart/2005/8/layout/hProcess6"/>
    <dgm:cxn modelId="{057CCD3A-9339-4391-A850-658561C006A6}" type="presParOf" srcId="{3AA1E0AD-6A18-4DEA-8440-1CFA9D68CE34}" destId="{F41DC06E-9EDF-4B41-A8C8-17BC3825680D}" srcOrd="0" destOrd="0" presId="urn:microsoft.com/office/officeart/2005/8/layout/hProcess6"/>
    <dgm:cxn modelId="{D6649879-BE08-4405-923C-6B13504761F3}" type="presParOf" srcId="{3AA1E0AD-6A18-4DEA-8440-1CFA9D68CE34}" destId="{9BC9C730-A31F-48D8-8321-502ABEBBC600}" srcOrd="1" destOrd="0" presId="urn:microsoft.com/office/officeart/2005/8/layout/hProcess6"/>
    <dgm:cxn modelId="{0E6809A3-E3A9-4A11-86C2-433C627B8807}" type="presParOf" srcId="{3AA1E0AD-6A18-4DEA-8440-1CFA9D68CE34}" destId="{60D1372B-E3BC-45C9-9741-28C6FFC548A2}" srcOrd="2" destOrd="0" presId="urn:microsoft.com/office/officeart/2005/8/layout/hProcess6"/>
    <dgm:cxn modelId="{D9BAE383-598D-4EC1-86F6-585ECE02FC7C}" type="presParOf" srcId="{3AA1E0AD-6A18-4DEA-8440-1CFA9D68CE34}" destId="{F395FDF2-C74D-4F62-B6CE-18EC8180F38B}" srcOrd="3" destOrd="0" presId="urn:microsoft.com/office/officeart/2005/8/layout/hProcess6"/>
    <dgm:cxn modelId="{1C82DFA5-D4B5-447F-A026-C8E52F8A2819}" type="presParOf" srcId="{BE7B76E6-0708-4649-A4C5-E1E450319BC7}" destId="{5CA267F8-C03E-4046-9406-14B026F1E6C5}" srcOrd="7" destOrd="0" presId="urn:microsoft.com/office/officeart/2005/8/layout/hProcess6"/>
    <dgm:cxn modelId="{CBECC4CB-32D2-4438-8BAA-B659B63A9B87}" type="presParOf" srcId="{BE7B76E6-0708-4649-A4C5-E1E450319BC7}" destId="{D99D19F6-726D-4749-9913-FBAD0DFB0BF0}" srcOrd="8" destOrd="0" presId="urn:microsoft.com/office/officeart/2005/8/layout/hProcess6"/>
    <dgm:cxn modelId="{B13F8A27-795C-4C40-A962-458C9F8769C3}" type="presParOf" srcId="{D99D19F6-726D-4749-9913-FBAD0DFB0BF0}" destId="{45A5EA17-826C-4059-A20C-47809CEB4E49}" srcOrd="0" destOrd="0" presId="urn:microsoft.com/office/officeart/2005/8/layout/hProcess6"/>
    <dgm:cxn modelId="{5A739A03-447C-4D7D-8053-C2811B5CEEEE}" type="presParOf" srcId="{D99D19F6-726D-4749-9913-FBAD0DFB0BF0}" destId="{7A323995-F663-4E92-95B9-E22A658674DB}" srcOrd="1" destOrd="0" presId="urn:microsoft.com/office/officeart/2005/8/layout/hProcess6"/>
    <dgm:cxn modelId="{66BD376A-E8AE-451C-93BF-F5B459466C4E}" type="presParOf" srcId="{D99D19F6-726D-4749-9913-FBAD0DFB0BF0}" destId="{6D3C6714-3A12-4336-A871-80605023D150}" srcOrd="2" destOrd="0" presId="urn:microsoft.com/office/officeart/2005/8/layout/hProcess6"/>
    <dgm:cxn modelId="{C43125E0-71AD-4207-846A-FE6457D4BED2}" type="presParOf" srcId="{D99D19F6-726D-4749-9913-FBAD0DFB0BF0}" destId="{B436B5D2-30B1-4391-9444-53A20921185E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02A918-D3EF-4431-87C8-DFC23E8ADBBF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086A21BE-DDAC-45BD-9039-ED1FC92A1B30}">
      <dgm:prSet phldrT="[Text]" custT="1"/>
      <dgm:spPr/>
      <dgm:t>
        <a:bodyPr/>
        <a:lstStyle/>
        <a:p>
          <a:pPr>
            <a:buNone/>
          </a:pPr>
          <a:r>
            <a:rPr lang="en-SG" sz="1200" b="1" i="0" dirty="0">
              <a:latin typeface="Abadi" panose="020F0502020204030204" pitchFamily="34" charset="0"/>
            </a:rPr>
            <a:t>Baseline Operations</a:t>
          </a:r>
          <a:endParaRPr lang="en-SG" sz="1200" dirty="0">
            <a:latin typeface="Abadi" panose="020F0502020204030204" pitchFamily="34" charset="0"/>
          </a:endParaRPr>
        </a:p>
      </dgm:t>
    </dgm:pt>
    <dgm:pt modelId="{588C73A3-621F-40D7-ADEF-76C95869D3D2}" type="parTrans" cxnId="{0134146F-DD1F-47DF-863A-0704A5DAF746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F0421827-7167-44B1-8E06-0B0B65BBC75A}" type="sibTrans" cxnId="{0134146F-DD1F-47DF-863A-0704A5DAF746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DD53190A-5A68-472E-9BA2-E8E6A2D09881}">
      <dgm:prSet phldrT="[Text]" custT="1"/>
      <dgm:spPr/>
      <dgm:t>
        <a:bodyPr/>
        <a:lstStyle/>
        <a:p>
          <a:pPr>
            <a:buNone/>
          </a:pPr>
          <a:r>
            <a:rPr lang="en-SG" sz="1400" dirty="0">
              <a:latin typeface="Abadi" panose="020F0502020204030204" pitchFamily="34" charset="0"/>
            </a:rPr>
            <a:t>Identify &amp; Protect</a:t>
          </a:r>
        </a:p>
      </dgm:t>
    </dgm:pt>
    <dgm:pt modelId="{578CB6BA-C05D-4A16-A41E-05E9B6627A0E}" type="parTrans" cxnId="{99DA5961-9700-4453-92F0-63FCD6E79847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80B09C24-D0EC-44D8-8F33-D5A4E12BA028}" type="sibTrans" cxnId="{99DA5961-9700-4453-92F0-63FCD6E79847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1DE31A73-B2C3-4FAA-A66B-836996835B65}">
      <dgm:prSet phldrT="[Text]" custT="1"/>
      <dgm:spPr/>
      <dgm:t>
        <a:bodyPr/>
        <a:lstStyle/>
        <a:p>
          <a:pPr>
            <a:buNone/>
          </a:pPr>
          <a:r>
            <a:rPr lang="en-SG" sz="1200" b="1" i="0" dirty="0">
              <a:latin typeface="Abadi" panose="020F0502020204030204" pitchFamily="34" charset="0"/>
            </a:rPr>
            <a:t>Reconnaissance</a:t>
          </a:r>
          <a:endParaRPr lang="en-SG" sz="1200" dirty="0">
            <a:latin typeface="Abadi" panose="020F0502020204030204" pitchFamily="34" charset="0"/>
          </a:endParaRPr>
        </a:p>
      </dgm:t>
    </dgm:pt>
    <dgm:pt modelId="{F864E83E-E67C-4F62-81D3-6089CDF38835}" type="parTrans" cxnId="{5B78C1AA-50E2-4BED-862C-B607A9F06FBD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13AA0027-58E5-421F-9E53-EB2DC6293D62}" type="sibTrans" cxnId="{5B78C1AA-50E2-4BED-862C-B607A9F06FBD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E04DE78D-F4C9-44E7-930F-BF83B1295924}">
      <dgm:prSet phldrT="[Text]" phldr="0" custT="1"/>
      <dgm:spPr/>
      <dgm:t>
        <a:bodyPr/>
        <a:lstStyle/>
        <a:p>
          <a:r>
            <a:rPr lang="en-SG" sz="1400" dirty="0">
              <a:latin typeface="Abadi" panose="020F0502020204030204" pitchFamily="34" charset="0"/>
            </a:rPr>
            <a:t>Protect &amp; Detect</a:t>
          </a:r>
        </a:p>
      </dgm:t>
    </dgm:pt>
    <dgm:pt modelId="{493F7F9F-79B3-4941-8639-79F525404746}" type="parTrans" cxnId="{27196117-57F0-4D70-999D-7AFEFC02A2F6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89046754-E18D-4E52-AAE8-07536E988926}" type="sibTrans" cxnId="{27196117-57F0-4D70-999D-7AFEFC02A2F6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3DDB32F1-ACFA-4D86-8F69-C585FF9D2A73}">
      <dgm:prSet phldrT="[Text]" custT="1"/>
      <dgm:spPr/>
      <dgm:t>
        <a:bodyPr/>
        <a:lstStyle/>
        <a:p>
          <a:pPr>
            <a:buNone/>
          </a:pPr>
          <a:r>
            <a:rPr lang="en-SG" sz="1200" b="1" i="0" dirty="0">
              <a:latin typeface="Abadi" panose="020F0502020204030204" pitchFamily="34" charset="0"/>
            </a:rPr>
            <a:t>Exploitation</a:t>
          </a:r>
          <a:endParaRPr lang="en-SG" sz="1200" dirty="0">
            <a:latin typeface="Abadi" panose="020F0502020204030204" pitchFamily="34" charset="0"/>
          </a:endParaRPr>
        </a:p>
      </dgm:t>
    </dgm:pt>
    <dgm:pt modelId="{FD7346A8-AA2D-4739-9082-7C0338866EA1}" type="parTrans" cxnId="{EA783779-0DD2-407B-A0FD-D42B3E288248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2143977D-3B2C-4632-892D-64E9B560A6E1}" type="sibTrans" cxnId="{EA783779-0DD2-407B-A0FD-D42B3E288248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4BFC9332-240C-48D2-8C4A-C93D73B063F6}">
      <dgm:prSet phldrT="[Text]" phldr="0" custT="1"/>
      <dgm:spPr/>
      <dgm:t>
        <a:bodyPr/>
        <a:lstStyle/>
        <a:p>
          <a:r>
            <a:rPr lang="en-SG" sz="1400" dirty="0">
              <a:latin typeface="Abadi" panose="020F0502020204030204" pitchFamily="34" charset="0"/>
            </a:rPr>
            <a:t>Detect</a:t>
          </a:r>
        </a:p>
      </dgm:t>
    </dgm:pt>
    <dgm:pt modelId="{62F7C4B0-E48A-43F4-956D-7D62A5592848}" type="parTrans" cxnId="{9B2C7BBC-E876-41E4-A5AA-3371CA350063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45ECF3E0-C51E-452F-81EC-B2C1B1881EF9}" type="sibTrans" cxnId="{9B2C7BBC-E876-41E4-A5AA-3371CA350063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B954CDE9-AFCE-4D2D-8039-FCB2949AD7E5}">
      <dgm:prSet phldrT="[Text]" phldr="0" custT="1"/>
      <dgm:spPr/>
      <dgm:t>
        <a:bodyPr/>
        <a:lstStyle/>
        <a:p>
          <a:pPr>
            <a:buNone/>
          </a:pPr>
          <a:r>
            <a:rPr lang="en-SG" sz="1200" b="1" i="0" dirty="0">
              <a:latin typeface="Abadi" panose="020F0502020204030204" pitchFamily="34" charset="0"/>
            </a:rPr>
            <a:t>Autonomous </a:t>
          </a:r>
          <a:r>
            <a:rPr lang="en-SG" sz="1200" b="1" i="0" dirty="0" err="1">
              <a:latin typeface="Abadi" panose="020F0502020204030204" pitchFamily="34" charset="0"/>
            </a:rPr>
            <a:t>Defense</a:t>
          </a:r>
          <a:endParaRPr lang="en-SG" sz="1200" dirty="0">
            <a:latin typeface="Abadi" panose="020F0502020204030204" pitchFamily="34" charset="0"/>
          </a:endParaRPr>
        </a:p>
      </dgm:t>
    </dgm:pt>
    <dgm:pt modelId="{0F029148-DEA2-4AE7-A801-C20B8D3D21D8}" type="parTrans" cxnId="{B7B9976D-CFD7-4F32-9528-19E5669F5FDF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1EDD3342-B01C-4DFD-B712-230205BD8513}" type="sibTrans" cxnId="{B7B9976D-CFD7-4F32-9528-19E5669F5FDF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3DFE5597-9B82-4BD2-800B-0E3E69ED362B}">
      <dgm:prSet phldrT="[Text]" phldr="0" custT="1"/>
      <dgm:spPr/>
      <dgm:t>
        <a:bodyPr/>
        <a:lstStyle/>
        <a:p>
          <a:pPr>
            <a:buNone/>
          </a:pPr>
          <a:r>
            <a:rPr lang="en-SG" sz="1400">
              <a:latin typeface="Abadi" panose="020F0502020204030204" pitchFamily="34" charset="0"/>
            </a:rPr>
            <a:t>Respond</a:t>
          </a:r>
          <a:endParaRPr lang="en-SG" sz="1400" dirty="0">
            <a:latin typeface="Abadi" panose="020F0502020204030204" pitchFamily="34" charset="0"/>
          </a:endParaRPr>
        </a:p>
      </dgm:t>
    </dgm:pt>
    <dgm:pt modelId="{1C6E13A8-4F20-43B2-AA9F-B3EC7E839F64}" type="parTrans" cxnId="{16C32D15-9960-4B5B-8774-DEF97509746C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678DF173-7FE0-4509-90C7-9B5710B616B3}" type="sibTrans" cxnId="{16C32D15-9960-4B5B-8774-DEF97509746C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0BAF3A77-F0C5-4632-8E6B-59CB0D981EBD}">
      <dgm:prSet phldrT="[Text]" phldr="0" custT="1"/>
      <dgm:spPr/>
      <dgm:t>
        <a:bodyPr/>
        <a:lstStyle/>
        <a:p>
          <a:pPr>
            <a:buNone/>
          </a:pPr>
          <a:r>
            <a:rPr lang="en-SG" sz="1200" b="1" i="0" dirty="0">
              <a:latin typeface="Abadi" panose="020F0502020204030204" pitchFamily="34" charset="0"/>
            </a:rPr>
            <a:t>Sanitization &amp; Reset</a:t>
          </a:r>
          <a:endParaRPr lang="en-SG" sz="1200" dirty="0">
            <a:latin typeface="Abadi" panose="020F0502020204030204" pitchFamily="34" charset="0"/>
          </a:endParaRPr>
        </a:p>
      </dgm:t>
    </dgm:pt>
    <dgm:pt modelId="{44A0D78C-6981-41B8-B1A5-C25F9BD838BC}" type="parTrans" cxnId="{56587D5B-F6CD-47CF-A091-D77ACD166801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DA6F2B9E-2A6C-453D-8795-B0430BD72BD7}" type="sibTrans" cxnId="{56587D5B-F6CD-47CF-A091-D77ACD166801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1BABC065-25D4-4599-8AC7-DF26297A2792}">
      <dgm:prSet phldrT="[Text]" phldr="0" custT="1"/>
      <dgm:spPr/>
      <dgm:t>
        <a:bodyPr/>
        <a:lstStyle/>
        <a:p>
          <a:pPr>
            <a:buNone/>
          </a:pPr>
          <a:r>
            <a:rPr lang="en-SG" sz="1400">
              <a:latin typeface="Abadi" panose="020F0502020204030204" pitchFamily="34" charset="0"/>
            </a:rPr>
            <a:t>Recover</a:t>
          </a:r>
          <a:endParaRPr lang="en-SG" sz="1400" dirty="0">
            <a:latin typeface="Abadi" panose="020F0502020204030204" pitchFamily="34" charset="0"/>
          </a:endParaRPr>
        </a:p>
      </dgm:t>
    </dgm:pt>
    <dgm:pt modelId="{5C2DAC59-EAE9-420B-AFD8-DC83C11B4EBF}" type="parTrans" cxnId="{8A3F1FD1-5310-4656-97B5-31927DD4EA9A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F2480B1A-F894-432D-9A0C-CD9EE567BBE0}" type="sibTrans" cxnId="{8A3F1FD1-5310-4656-97B5-31927DD4EA9A}">
      <dgm:prSet/>
      <dgm:spPr/>
      <dgm:t>
        <a:bodyPr/>
        <a:lstStyle/>
        <a:p>
          <a:endParaRPr lang="en-SG" sz="1400">
            <a:latin typeface="Abadi" panose="020F0502020204030204" pitchFamily="34" charset="0"/>
          </a:endParaRPr>
        </a:p>
      </dgm:t>
    </dgm:pt>
    <dgm:pt modelId="{BE7B76E6-0708-4649-A4C5-E1E450319BC7}" type="pres">
      <dgm:prSet presAssocID="{D502A918-D3EF-4431-87C8-DFC23E8ADBBF}" presName="theList" presStyleCnt="0">
        <dgm:presLayoutVars>
          <dgm:dir/>
          <dgm:animLvl val="lvl"/>
          <dgm:resizeHandles val="exact"/>
        </dgm:presLayoutVars>
      </dgm:prSet>
      <dgm:spPr/>
    </dgm:pt>
    <dgm:pt modelId="{E8785E55-1989-48E6-8996-7284374ED062}" type="pres">
      <dgm:prSet presAssocID="{086A21BE-DDAC-45BD-9039-ED1FC92A1B30}" presName="compNode" presStyleCnt="0"/>
      <dgm:spPr/>
    </dgm:pt>
    <dgm:pt modelId="{BAD5BF40-DE29-4EB8-9C10-A88177BF468A}" type="pres">
      <dgm:prSet presAssocID="{086A21BE-DDAC-45BD-9039-ED1FC92A1B30}" presName="noGeometry" presStyleCnt="0"/>
      <dgm:spPr/>
    </dgm:pt>
    <dgm:pt modelId="{0CF77E54-2333-4B85-8123-966F047814F7}" type="pres">
      <dgm:prSet presAssocID="{086A21BE-DDAC-45BD-9039-ED1FC92A1B30}" presName="childTextVisible" presStyleLbl="bgAccFollowNode1" presStyleIdx="0" presStyleCnt="5">
        <dgm:presLayoutVars>
          <dgm:bulletEnabled val="1"/>
        </dgm:presLayoutVars>
      </dgm:prSet>
      <dgm:spPr/>
    </dgm:pt>
    <dgm:pt modelId="{899F151B-2CF2-446B-8FEA-B6869A6BE198}" type="pres">
      <dgm:prSet presAssocID="{086A21BE-DDAC-45BD-9039-ED1FC92A1B30}" presName="childTextHidden" presStyleLbl="bgAccFollowNode1" presStyleIdx="0" presStyleCnt="5"/>
      <dgm:spPr/>
    </dgm:pt>
    <dgm:pt modelId="{323C15C8-06E4-4696-AE4E-E5D2526E48F3}" type="pres">
      <dgm:prSet presAssocID="{086A21BE-DDAC-45BD-9039-ED1FC92A1B30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6BDDEE4E-14B3-47F4-A85D-7EAA23BE0155}" type="pres">
      <dgm:prSet presAssocID="{086A21BE-DDAC-45BD-9039-ED1FC92A1B30}" presName="aSpace" presStyleCnt="0"/>
      <dgm:spPr/>
    </dgm:pt>
    <dgm:pt modelId="{456AEDEF-7836-43E1-BDEF-42DC75FBBB5F}" type="pres">
      <dgm:prSet presAssocID="{1DE31A73-B2C3-4FAA-A66B-836996835B65}" presName="compNode" presStyleCnt="0"/>
      <dgm:spPr/>
    </dgm:pt>
    <dgm:pt modelId="{6896FE4C-452A-42D0-AEF6-06748E9764B6}" type="pres">
      <dgm:prSet presAssocID="{1DE31A73-B2C3-4FAA-A66B-836996835B65}" presName="noGeometry" presStyleCnt="0"/>
      <dgm:spPr/>
    </dgm:pt>
    <dgm:pt modelId="{9226C955-E9FB-4E6B-BA23-B838C0FF5D44}" type="pres">
      <dgm:prSet presAssocID="{1DE31A73-B2C3-4FAA-A66B-836996835B65}" presName="childTextVisible" presStyleLbl="bgAccFollowNode1" presStyleIdx="1" presStyleCnt="5">
        <dgm:presLayoutVars>
          <dgm:bulletEnabled val="1"/>
        </dgm:presLayoutVars>
      </dgm:prSet>
      <dgm:spPr/>
    </dgm:pt>
    <dgm:pt modelId="{13E7D2B4-F39C-43AC-AACD-31FB898A8618}" type="pres">
      <dgm:prSet presAssocID="{1DE31A73-B2C3-4FAA-A66B-836996835B65}" presName="childTextHidden" presStyleLbl="bgAccFollowNode1" presStyleIdx="1" presStyleCnt="5"/>
      <dgm:spPr/>
    </dgm:pt>
    <dgm:pt modelId="{CC666CCD-920A-45AE-AB1C-73CF0355C800}" type="pres">
      <dgm:prSet presAssocID="{1DE31A73-B2C3-4FAA-A66B-836996835B65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BC40A6C4-CA3A-4229-8548-14A953E7F849}" type="pres">
      <dgm:prSet presAssocID="{1DE31A73-B2C3-4FAA-A66B-836996835B65}" presName="aSpace" presStyleCnt="0"/>
      <dgm:spPr/>
    </dgm:pt>
    <dgm:pt modelId="{26EA2ABA-C497-4B17-8091-68E4525B7372}" type="pres">
      <dgm:prSet presAssocID="{3DDB32F1-ACFA-4D86-8F69-C585FF9D2A73}" presName="compNode" presStyleCnt="0"/>
      <dgm:spPr/>
    </dgm:pt>
    <dgm:pt modelId="{4858BC48-4C38-4FD3-BF87-7AFC9DB2BCFC}" type="pres">
      <dgm:prSet presAssocID="{3DDB32F1-ACFA-4D86-8F69-C585FF9D2A73}" presName="noGeometry" presStyleCnt="0"/>
      <dgm:spPr/>
    </dgm:pt>
    <dgm:pt modelId="{B6E492D9-CE1F-41AC-877D-DC60C0F38078}" type="pres">
      <dgm:prSet presAssocID="{3DDB32F1-ACFA-4D86-8F69-C585FF9D2A73}" presName="childTextVisible" presStyleLbl="bgAccFollowNode1" presStyleIdx="2" presStyleCnt="5">
        <dgm:presLayoutVars>
          <dgm:bulletEnabled val="1"/>
        </dgm:presLayoutVars>
      </dgm:prSet>
      <dgm:spPr/>
    </dgm:pt>
    <dgm:pt modelId="{079E728E-8A5C-41C6-8E9C-E7CBA2243C00}" type="pres">
      <dgm:prSet presAssocID="{3DDB32F1-ACFA-4D86-8F69-C585FF9D2A73}" presName="childTextHidden" presStyleLbl="bgAccFollowNode1" presStyleIdx="2" presStyleCnt="5"/>
      <dgm:spPr/>
    </dgm:pt>
    <dgm:pt modelId="{2B544A50-05E1-49AF-8AFF-B95C86B7B0A3}" type="pres">
      <dgm:prSet presAssocID="{3DDB32F1-ACFA-4D86-8F69-C585FF9D2A73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8A1864A0-19D3-42F5-82DE-536DC2246E21}" type="pres">
      <dgm:prSet presAssocID="{3DDB32F1-ACFA-4D86-8F69-C585FF9D2A73}" presName="aSpace" presStyleCnt="0"/>
      <dgm:spPr/>
    </dgm:pt>
    <dgm:pt modelId="{3AA1E0AD-6A18-4DEA-8440-1CFA9D68CE34}" type="pres">
      <dgm:prSet presAssocID="{B954CDE9-AFCE-4D2D-8039-FCB2949AD7E5}" presName="compNode" presStyleCnt="0"/>
      <dgm:spPr/>
    </dgm:pt>
    <dgm:pt modelId="{F41DC06E-9EDF-4B41-A8C8-17BC3825680D}" type="pres">
      <dgm:prSet presAssocID="{B954CDE9-AFCE-4D2D-8039-FCB2949AD7E5}" presName="noGeometry" presStyleCnt="0"/>
      <dgm:spPr/>
    </dgm:pt>
    <dgm:pt modelId="{9BC9C730-A31F-48D8-8321-502ABEBBC600}" type="pres">
      <dgm:prSet presAssocID="{B954CDE9-AFCE-4D2D-8039-FCB2949AD7E5}" presName="childTextVisible" presStyleLbl="bgAccFollowNode1" presStyleIdx="3" presStyleCnt="5">
        <dgm:presLayoutVars>
          <dgm:bulletEnabled val="1"/>
        </dgm:presLayoutVars>
      </dgm:prSet>
      <dgm:spPr/>
    </dgm:pt>
    <dgm:pt modelId="{60D1372B-E3BC-45C9-9741-28C6FFC548A2}" type="pres">
      <dgm:prSet presAssocID="{B954CDE9-AFCE-4D2D-8039-FCB2949AD7E5}" presName="childTextHidden" presStyleLbl="bgAccFollowNode1" presStyleIdx="3" presStyleCnt="5"/>
      <dgm:spPr/>
    </dgm:pt>
    <dgm:pt modelId="{F395FDF2-C74D-4F62-B6CE-18EC8180F38B}" type="pres">
      <dgm:prSet presAssocID="{B954CDE9-AFCE-4D2D-8039-FCB2949AD7E5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5CA267F8-C03E-4046-9406-14B026F1E6C5}" type="pres">
      <dgm:prSet presAssocID="{B954CDE9-AFCE-4D2D-8039-FCB2949AD7E5}" presName="aSpace" presStyleCnt="0"/>
      <dgm:spPr/>
    </dgm:pt>
    <dgm:pt modelId="{D99D19F6-726D-4749-9913-FBAD0DFB0BF0}" type="pres">
      <dgm:prSet presAssocID="{0BAF3A77-F0C5-4632-8E6B-59CB0D981EBD}" presName="compNode" presStyleCnt="0"/>
      <dgm:spPr/>
    </dgm:pt>
    <dgm:pt modelId="{45A5EA17-826C-4059-A20C-47809CEB4E49}" type="pres">
      <dgm:prSet presAssocID="{0BAF3A77-F0C5-4632-8E6B-59CB0D981EBD}" presName="noGeometry" presStyleCnt="0"/>
      <dgm:spPr/>
    </dgm:pt>
    <dgm:pt modelId="{7A323995-F663-4E92-95B9-E22A658674DB}" type="pres">
      <dgm:prSet presAssocID="{0BAF3A77-F0C5-4632-8E6B-59CB0D981EBD}" presName="childTextVisible" presStyleLbl="bgAccFollowNode1" presStyleIdx="4" presStyleCnt="5">
        <dgm:presLayoutVars>
          <dgm:bulletEnabled val="1"/>
        </dgm:presLayoutVars>
      </dgm:prSet>
      <dgm:spPr/>
    </dgm:pt>
    <dgm:pt modelId="{6D3C6714-3A12-4336-A871-80605023D150}" type="pres">
      <dgm:prSet presAssocID="{0BAF3A77-F0C5-4632-8E6B-59CB0D981EBD}" presName="childTextHidden" presStyleLbl="bgAccFollowNode1" presStyleIdx="4" presStyleCnt="5"/>
      <dgm:spPr/>
    </dgm:pt>
    <dgm:pt modelId="{B436B5D2-30B1-4391-9444-53A20921185E}" type="pres">
      <dgm:prSet presAssocID="{0BAF3A77-F0C5-4632-8E6B-59CB0D981EBD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16C32D15-9960-4B5B-8774-DEF97509746C}" srcId="{B954CDE9-AFCE-4D2D-8039-FCB2949AD7E5}" destId="{3DFE5597-9B82-4BD2-800B-0E3E69ED362B}" srcOrd="0" destOrd="0" parTransId="{1C6E13A8-4F20-43B2-AA9F-B3EC7E839F64}" sibTransId="{678DF173-7FE0-4509-90C7-9B5710B616B3}"/>
    <dgm:cxn modelId="{27196117-57F0-4D70-999D-7AFEFC02A2F6}" srcId="{1DE31A73-B2C3-4FAA-A66B-836996835B65}" destId="{E04DE78D-F4C9-44E7-930F-BF83B1295924}" srcOrd="0" destOrd="0" parTransId="{493F7F9F-79B3-4941-8639-79F525404746}" sibTransId="{89046754-E18D-4E52-AAE8-07536E988926}"/>
    <dgm:cxn modelId="{A87BC32D-547E-4D48-A7E3-5ADAA1267BD4}" type="presOf" srcId="{DD53190A-5A68-472E-9BA2-E8E6A2D09881}" destId="{899F151B-2CF2-446B-8FEA-B6869A6BE198}" srcOrd="1" destOrd="0" presId="urn:microsoft.com/office/officeart/2005/8/layout/hProcess6"/>
    <dgm:cxn modelId="{73CA0636-A61A-4DA0-A154-FED7E00CBAB7}" type="presOf" srcId="{D502A918-D3EF-4431-87C8-DFC23E8ADBBF}" destId="{BE7B76E6-0708-4649-A4C5-E1E450319BC7}" srcOrd="0" destOrd="0" presId="urn:microsoft.com/office/officeart/2005/8/layout/hProcess6"/>
    <dgm:cxn modelId="{56587D5B-F6CD-47CF-A091-D77ACD166801}" srcId="{D502A918-D3EF-4431-87C8-DFC23E8ADBBF}" destId="{0BAF3A77-F0C5-4632-8E6B-59CB0D981EBD}" srcOrd="4" destOrd="0" parTransId="{44A0D78C-6981-41B8-B1A5-C25F9BD838BC}" sibTransId="{DA6F2B9E-2A6C-453D-8795-B0430BD72BD7}"/>
    <dgm:cxn modelId="{1AEE445C-0933-446E-AF64-A4EF8CBE011D}" type="presOf" srcId="{DD53190A-5A68-472E-9BA2-E8E6A2D09881}" destId="{0CF77E54-2333-4B85-8123-966F047814F7}" srcOrd="0" destOrd="0" presId="urn:microsoft.com/office/officeart/2005/8/layout/hProcess6"/>
    <dgm:cxn modelId="{99DA5961-9700-4453-92F0-63FCD6E79847}" srcId="{086A21BE-DDAC-45BD-9039-ED1FC92A1B30}" destId="{DD53190A-5A68-472E-9BA2-E8E6A2D09881}" srcOrd="0" destOrd="0" parTransId="{578CB6BA-C05D-4A16-A41E-05E9B6627A0E}" sibTransId="{80B09C24-D0EC-44D8-8F33-D5A4E12BA028}"/>
    <dgm:cxn modelId="{0BCC9364-300B-46D5-A4D5-3479D382D752}" type="presOf" srcId="{3DDB32F1-ACFA-4D86-8F69-C585FF9D2A73}" destId="{2B544A50-05E1-49AF-8AFF-B95C86B7B0A3}" srcOrd="0" destOrd="0" presId="urn:microsoft.com/office/officeart/2005/8/layout/hProcess6"/>
    <dgm:cxn modelId="{DE2C1F45-661E-4D2A-965B-BB408E1214DA}" type="presOf" srcId="{4BFC9332-240C-48D2-8C4A-C93D73B063F6}" destId="{B6E492D9-CE1F-41AC-877D-DC60C0F38078}" srcOrd="0" destOrd="0" presId="urn:microsoft.com/office/officeart/2005/8/layout/hProcess6"/>
    <dgm:cxn modelId="{3C353667-6A6F-4549-A1D5-429F892ABF90}" type="presOf" srcId="{3DFE5597-9B82-4BD2-800B-0E3E69ED362B}" destId="{9BC9C730-A31F-48D8-8321-502ABEBBC600}" srcOrd="0" destOrd="0" presId="urn:microsoft.com/office/officeart/2005/8/layout/hProcess6"/>
    <dgm:cxn modelId="{68695747-3515-461E-8E0A-4A7F7F629AB3}" type="presOf" srcId="{E04DE78D-F4C9-44E7-930F-BF83B1295924}" destId="{13E7D2B4-F39C-43AC-AACD-31FB898A8618}" srcOrd="1" destOrd="0" presId="urn:microsoft.com/office/officeart/2005/8/layout/hProcess6"/>
    <dgm:cxn modelId="{3D0F3369-2B7B-4C77-BBAE-12930B829BB1}" type="presOf" srcId="{B954CDE9-AFCE-4D2D-8039-FCB2949AD7E5}" destId="{F395FDF2-C74D-4F62-B6CE-18EC8180F38B}" srcOrd="0" destOrd="0" presId="urn:microsoft.com/office/officeart/2005/8/layout/hProcess6"/>
    <dgm:cxn modelId="{E58F614C-D08D-4898-9047-1356D446CB5D}" type="presOf" srcId="{E04DE78D-F4C9-44E7-930F-BF83B1295924}" destId="{9226C955-E9FB-4E6B-BA23-B838C0FF5D44}" srcOrd="0" destOrd="0" presId="urn:microsoft.com/office/officeart/2005/8/layout/hProcess6"/>
    <dgm:cxn modelId="{FAA5554C-2595-458E-BFDA-1A637FA792A7}" type="presOf" srcId="{1BABC065-25D4-4599-8AC7-DF26297A2792}" destId="{7A323995-F663-4E92-95B9-E22A658674DB}" srcOrd="0" destOrd="0" presId="urn:microsoft.com/office/officeart/2005/8/layout/hProcess6"/>
    <dgm:cxn modelId="{B7B9976D-CFD7-4F32-9528-19E5669F5FDF}" srcId="{D502A918-D3EF-4431-87C8-DFC23E8ADBBF}" destId="{B954CDE9-AFCE-4D2D-8039-FCB2949AD7E5}" srcOrd="3" destOrd="0" parTransId="{0F029148-DEA2-4AE7-A801-C20B8D3D21D8}" sibTransId="{1EDD3342-B01C-4DFD-B712-230205BD8513}"/>
    <dgm:cxn modelId="{0134146F-DD1F-47DF-863A-0704A5DAF746}" srcId="{D502A918-D3EF-4431-87C8-DFC23E8ADBBF}" destId="{086A21BE-DDAC-45BD-9039-ED1FC92A1B30}" srcOrd="0" destOrd="0" parTransId="{588C73A3-621F-40D7-ADEF-76C95869D3D2}" sibTransId="{F0421827-7167-44B1-8E06-0B0B65BBC75A}"/>
    <dgm:cxn modelId="{12B42C75-15E0-427B-A390-151AF7ED44D1}" type="presOf" srcId="{1BABC065-25D4-4599-8AC7-DF26297A2792}" destId="{6D3C6714-3A12-4336-A871-80605023D150}" srcOrd="1" destOrd="0" presId="urn:microsoft.com/office/officeart/2005/8/layout/hProcess6"/>
    <dgm:cxn modelId="{EA783779-0DD2-407B-A0FD-D42B3E288248}" srcId="{D502A918-D3EF-4431-87C8-DFC23E8ADBBF}" destId="{3DDB32F1-ACFA-4D86-8F69-C585FF9D2A73}" srcOrd="2" destOrd="0" parTransId="{FD7346A8-AA2D-4739-9082-7C0338866EA1}" sibTransId="{2143977D-3B2C-4632-892D-64E9B560A6E1}"/>
    <dgm:cxn modelId="{0995B47D-644A-47A0-89F7-A98F442AFEFC}" type="presOf" srcId="{1DE31A73-B2C3-4FAA-A66B-836996835B65}" destId="{CC666CCD-920A-45AE-AB1C-73CF0355C800}" srcOrd="0" destOrd="0" presId="urn:microsoft.com/office/officeart/2005/8/layout/hProcess6"/>
    <dgm:cxn modelId="{67ADFB7D-53AF-4863-9F1E-1B1D0EF64168}" type="presOf" srcId="{4BFC9332-240C-48D2-8C4A-C93D73B063F6}" destId="{079E728E-8A5C-41C6-8E9C-E7CBA2243C00}" srcOrd="1" destOrd="0" presId="urn:microsoft.com/office/officeart/2005/8/layout/hProcess6"/>
    <dgm:cxn modelId="{660FCA9F-AB93-4E44-A741-4D61C83E14F2}" type="presOf" srcId="{3DFE5597-9B82-4BD2-800B-0E3E69ED362B}" destId="{60D1372B-E3BC-45C9-9741-28C6FFC548A2}" srcOrd="1" destOrd="0" presId="urn:microsoft.com/office/officeart/2005/8/layout/hProcess6"/>
    <dgm:cxn modelId="{0AEDBDA4-232B-486A-8D56-4A04F500BB01}" type="presOf" srcId="{0BAF3A77-F0C5-4632-8E6B-59CB0D981EBD}" destId="{B436B5D2-30B1-4391-9444-53A20921185E}" srcOrd="0" destOrd="0" presId="urn:microsoft.com/office/officeart/2005/8/layout/hProcess6"/>
    <dgm:cxn modelId="{5B78C1AA-50E2-4BED-862C-B607A9F06FBD}" srcId="{D502A918-D3EF-4431-87C8-DFC23E8ADBBF}" destId="{1DE31A73-B2C3-4FAA-A66B-836996835B65}" srcOrd="1" destOrd="0" parTransId="{F864E83E-E67C-4F62-81D3-6089CDF38835}" sibTransId="{13AA0027-58E5-421F-9E53-EB2DC6293D62}"/>
    <dgm:cxn modelId="{9B2C7BBC-E876-41E4-A5AA-3371CA350063}" srcId="{3DDB32F1-ACFA-4D86-8F69-C585FF9D2A73}" destId="{4BFC9332-240C-48D2-8C4A-C93D73B063F6}" srcOrd="0" destOrd="0" parTransId="{62F7C4B0-E48A-43F4-956D-7D62A5592848}" sibTransId="{45ECF3E0-C51E-452F-81EC-B2C1B1881EF9}"/>
    <dgm:cxn modelId="{8A3F1FD1-5310-4656-97B5-31927DD4EA9A}" srcId="{0BAF3A77-F0C5-4632-8E6B-59CB0D981EBD}" destId="{1BABC065-25D4-4599-8AC7-DF26297A2792}" srcOrd="0" destOrd="0" parTransId="{5C2DAC59-EAE9-420B-AFD8-DC83C11B4EBF}" sibTransId="{F2480B1A-F894-432D-9A0C-CD9EE567BBE0}"/>
    <dgm:cxn modelId="{6DA56DE2-A7D1-41F0-8D31-33C09553A291}" type="presOf" srcId="{086A21BE-DDAC-45BD-9039-ED1FC92A1B30}" destId="{323C15C8-06E4-4696-AE4E-E5D2526E48F3}" srcOrd="0" destOrd="0" presId="urn:microsoft.com/office/officeart/2005/8/layout/hProcess6"/>
    <dgm:cxn modelId="{B166B937-001B-439B-AD9D-F0D0EAC0F108}" type="presParOf" srcId="{BE7B76E6-0708-4649-A4C5-E1E450319BC7}" destId="{E8785E55-1989-48E6-8996-7284374ED062}" srcOrd="0" destOrd="0" presId="urn:microsoft.com/office/officeart/2005/8/layout/hProcess6"/>
    <dgm:cxn modelId="{AAC7B9EE-233C-42FC-8D17-D9162A498BA7}" type="presParOf" srcId="{E8785E55-1989-48E6-8996-7284374ED062}" destId="{BAD5BF40-DE29-4EB8-9C10-A88177BF468A}" srcOrd="0" destOrd="0" presId="urn:microsoft.com/office/officeart/2005/8/layout/hProcess6"/>
    <dgm:cxn modelId="{6B0E9A0A-7254-499B-A54B-6C09FCB5A512}" type="presParOf" srcId="{E8785E55-1989-48E6-8996-7284374ED062}" destId="{0CF77E54-2333-4B85-8123-966F047814F7}" srcOrd="1" destOrd="0" presId="urn:microsoft.com/office/officeart/2005/8/layout/hProcess6"/>
    <dgm:cxn modelId="{65F6F708-337F-41D7-9A6E-0C551DDDF558}" type="presParOf" srcId="{E8785E55-1989-48E6-8996-7284374ED062}" destId="{899F151B-2CF2-446B-8FEA-B6869A6BE198}" srcOrd="2" destOrd="0" presId="urn:microsoft.com/office/officeart/2005/8/layout/hProcess6"/>
    <dgm:cxn modelId="{505A88A1-B977-4322-AD6E-49FFDD1E56DD}" type="presParOf" srcId="{E8785E55-1989-48E6-8996-7284374ED062}" destId="{323C15C8-06E4-4696-AE4E-E5D2526E48F3}" srcOrd="3" destOrd="0" presId="urn:microsoft.com/office/officeart/2005/8/layout/hProcess6"/>
    <dgm:cxn modelId="{4369B199-71FD-48D5-B1F1-0662ED8F5A93}" type="presParOf" srcId="{BE7B76E6-0708-4649-A4C5-E1E450319BC7}" destId="{6BDDEE4E-14B3-47F4-A85D-7EAA23BE0155}" srcOrd="1" destOrd="0" presId="urn:microsoft.com/office/officeart/2005/8/layout/hProcess6"/>
    <dgm:cxn modelId="{C4DFCA1C-6A5C-4882-B0E6-A256E9A32760}" type="presParOf" srcId="{BE7B76E6-0708-4649-A4C5-E1E450319BC7}" destId="{456AEDEF-7836-43E1-BDEF-42DC75FBBB5F}" srcOrd="2" destOrd="0" presId="urn:microsoft.com/office/officeart/2005/8/layout/hProcess6"/>
    <dgm:cxn modelId="{24D27999-9A1B-4AC3-9293-816BEAE69783}" type="presParOf" srcId="{456AEDEF-7836-43E1-BDEF-42DC75FBBB5F}" destId="{6896FE4C-452A-42D0-AEF6-06748E9764B6}" srcOrd="0" destOrd="0" presId="urn:microsoft.com/office/officeart/2005/8/layout/hProcess6"/>
    <dgm:cxn modelId="{692222F8-325C-4CE2-8978-DD3B5163A380}" type="presParOf" srcId="{456AEDEF-7836-43E1-BDEF-42DC75FBBB5F}" destId="{9226C955-E9FB-4E6B-BA23-B838C0FF5D44}" srcOrd="1" destOrd="0" presId="urn:microsoft.com/office/officeart/2005/8/layout/hProcess6"/>
    <dgm:cxn modelId="{39C08958-BEB7-41C8-B827-B39CF126DC7D}" type="presParOf" srcId="{456AEDEF-7836-43E1-BDEF-42DC75FBBB5F}" destId="{13E7D2B4-F39C-43AC-AACD-31FB898A8618}" srcOrd="2" destOrd="0" presId="urn:microsoft.com/office/officeart/2005/8/layout/hProcess6"/>
    <dgm:cxn modelId="{AA9614F3-276D-41F6-B41D-B3A09B6DEC60}" type="presParOf" srcId="{456AEDEF-7836-43E1-BDEF-42DC75FBBB5F}" destId="{CC666CCD-920A-45AE-AB1C-73CF0355C800}" srcOrd="3" destOrd="0" presId="urn:microsoft.com/office/officeart/2005/8/layout/hProcess6"/>
    <dgm:cxn modelId="{79AD8F7A-566A-4DF0-99DB-D43457885B6C}" type="presParOf" srcId="{BE7B76E6-0708-4649-A4C5-E1E450319BC7}" destId="{BC40A6C4-CA3A-4229-8548-14A953E7F849}" srcOrd="3" destOrd="0" presId="urn:microsoft.com/office/officeart/2005/8/layout/hProcess6"/>
    <dgm:cxn modelId="{682CA4E3-3107-4285-A3C9-710C13B57FEE}" type="presParOf" srcId="{BE7B76E6-0708-4649-A4C5-E1E450319BC7}" destId="{26EA2ABA-C497-4B17-8091-68E4525B7372}" srcOrd="4" destOrd="0" presId="urn:microsoft.com/office/officeart/2005/8/layout/hProcess6"/>
    <dgm:cxn modelId="{93F9C0AB-4A9A-497A-94DB-30F815CA641D}" type="presParOf" srcId="{26EA2ABA-C497-4B17-8091-68E4525B7372}" destId="{4858BC48-4C38-4FD3-BF87-7AFC9DB2BCFC}" srcOrd="0" destOrd="0" presId="urn:microsoft.com/office/officeart/2005/8/layout/hProcess6"/>
    <dgm:cxn modelId="{9212142F-F347-4816-8BCF-640438B477E8}" type="presParOf" srcId="{26EA2ABA-C497-4B17-8091-68E4525B7372}" destId="{B6E492D9-CE1F-41AC-877D-DC60C0F38078}" srcOrd="1" destOrd="0" presId="urn:microsoft.com/office/officeart/2005/8/layout/hProcess6"/>
    <dgm:cxn modelId="{9E84B3C2-1AC2-41D1-A9A9-89CE797074DC}" type="presParOf" srcId="{26EA2ABA-C497-4B17-8091-68E4525B7372}" destId="{079E728E-8A5C-41C6-8E9C-E7CBA2243C00}" srcOrd="2" destOrd="0" presId="urn:microsoft.com/office/officeart/2005/8/layout/hProcess6"/>
    <dgm:cxn modelId="{B3577507-41D8-4ACE-BDEC-FFBAAF927311}" type="presParOf" srcId="{26EA2ABA-C497-4B17-8091-68E4525B7372}" destId="{2B544A50-05E1-49AF-8AFF-B95C86B7B0A3}" srcOrd="3" destOrd="0" presId="urn:microsoft.com/office/officeart/2005/8/layout/hProcess6"/>
    <dgm:cxn modelId="{DCDE77DC-F8F9-4CF6-B6F4-A38CD581B5BE}" type="presParOf" srcId="{BE7B76E6-0708-4649-A4C5-E1E450319BC7}" destId="{8A1864A0-19D3-42F5-82DE-536DC2246E21}" srcOrd="5" destOrd="0" presId="urn:microsoft.com/office/officeart/2005/8/layout/hProcess6"/>
    <dgm:cxn modelId="{D8DBEC4A-1031-43D9-A798-86C977752277}" type="presParOf" srcId="{BE7B76E6-0708-4649-A4C5-E1E450319BC7}" destId="{3AA1E0AD-6A18-4DEA-8440-1CFA9D68CE34}" srcOrd="6" destOrd="0" presId="urn:microsoft.com/office/officeart/2005/8/layout/hProcess6"/>
    <dgm:cxn modelId="{057CCD3A-9339-4391-A850-658561C006A6}" type="presParOf" srcId="{3AA1E0AD-6A18-4DEA-8440-1CFA9D68CE34}" destId="{F41DC06E-9EDF-4B41-A8C8-17BC3825680D}" srcOrd="0" destOrd="0" presId="urn:microsoft.com/office/officeart/2005/8/layout/hProcess6"/>
    <dgm:cxn modelId="{D6649879-BE08-4405-923C-6B13504761F3}" type="presParOf" srcId="{3AA1E0AD-6A18-4DEA-8440-1CFA9D68CE34}" destId="{9BC9C730-A31F-48D8-8321-502ABEBBC600}" srcOrd="1" destOrd="0" presId="urn:microsoft.com/office/officeart/2005/8/layout/hProcess6"/>
    <dgm:cxn modelId="{0E6809A3-E3A9-4A11-86C2-433C627B8807}" type="presParOf" srcId="{3AA1E0AD-6A18-4DEA-8440-1CFA9D68CE34}" destId="{60D1372B-E3BC-45C9-9741-28C6FFC548A2}" srcOrd="2" destOrd="0" presId="urn:microsoft.com/office/officeart/2005/8/layout/hProcess6"/>
    <dgm:cxn modelId="{D9BAE383-598D-4EC1-86F6-585ECE02FC7C}" type="presParOf" srcId="{3AA1E0AD-6A18-4DEA-8440-1CFA9D68CE34}" destId="{F395FDF2-C74D-4F62-B6CE-18EC8180F38B}" srcOrd="3" destOrd="0" presId="urn:microsoft.com/office/officeart/2005/8/layout/hProcess6"/>
    <dgm:cxn modelId="{1C82DFA5-D4B5-447F-A026-C8E52F8A2819}" type="presParOf" srcId="{BE7B76E6-0708-4649-A4C5-E1E450319BC7}" destId="{5CA267F8-C03E-4046-9406-14B026F1E6C5}" srcOrd="7" destOrd="0" presId="urn:microsoft.com/office/officeart/2005/8/layout/hProcess6"/>
    <dgm:cxn modelId="{CBECC4CB-32D2-4438-8BAA-B659B63A9B87}" type="presParOf" srcId="{BE7B76E6-0708-4649-A4C5-E1E450319BC7}" destId="{D99D19F6-726D-4749-9913-FBAD0DFB0BF0}" srcOrd="8" destOrd="0" presId="urn:microsoft.com/office/officeart/2005/8/layout/hProcess6"/>
    <dgm:cxn modelId="{B13F8A27-795C-4C40-A962-458C9F8769C3}" type="presParOf" srcId="{D99D19F6-726D-4749-9913-FBAD0DFB0BF0}" destId="{45A5EA17-826C-4059-A20C-47809CEB4E49}" srcOrd="0" destOrd="0" presId="urn:microsoft.com/office/officeart/2005/8/layout/hProcess6"/>
    <dgm:cxn modelId="{5A739A03-447C-4D7D-8053-C2811B5CEEEE}" type="presParOf" srcId="{D99D19F6-726D-4749-9913-FBAD0DFB0BF0}" destId="{7A323995-F663-4E92-95B9-E22A658674DB}" srcOrd="1" destOrd="0" presId="urn:microsoft.com/office/officeart/2005/8/layout/hProcess6"/>
    <dgm:cxn modelId="{66BD376A-E8AE-451C-93BF-F5B459466C4E}" type="presParOf" srcId="{D99D19F6-726D-4749-9913-FBAD0DFB0BF0}" destId="{6D3C6714-3A12-4336-A871-80605023D150}" srcOrd="2" destOrd="0" presId="urn:microsoft.com/office/officeart/2005/8/layout/hProcess6"/>
    <dgm:cxn modelId="{C43125E0-71AD-4207-846A-FE6457D4BED2}" type="presParOf" srcId="{D99D19F6-726D-4749-9913-FBAD0DFB0BF0}" destId="{B436B5D2-30B1-4391-9444-53A20921185E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77E54-2333-4B85-8123-966F047814F7}">
      <dsp:nvSpPr>
        <dsp:cNvPr id="0" name=""/>
        <dsp:cNvSpPr/>
      </dsp:nvSpPr>
      <dsp:spPr>
        <a:xfrm>
          <a:off x="436604" y="901519"/>
          <a:ext cx="1726673" cy="15093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latin typeface="Abadi" panose="020F0502020204030204" pitchFamily="34" charset="0"/>
            </a:rPr>
            <a:t>Identify &amp; Protect</a:t>
          </a:r>
        </a:p>
      </dsp:txBody>
      <dsp:txXfrm>
        <a:off x="868273" y="1127918"/>
        <a:ext cx="841753" cy="1056531"/>
      </dsp:txXfrm>
    </dsp:sp>
    <dsp:sp modelId="{323C15C8-06E4-4696-AE4E-E5D2526E48F3}">
      <dsp:nvSpPr>
        <dsp:cNvPr id="0" name=""/>
        <dsp:cNvSpPr/>
      </dsp:nvSpPr>
      <dsp:spPr>
        <a:xfrm>
          <a:off x="4936" y="1224515"/>
          <a:ext cx="863336" cy="863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>
              <a:latin typeface="Abadi" panose="020F0502020204030204" pitchFamily="34" charset="0"/>
            </a:rPr>
            <a:t>Baseline Operations</a:t>
          </a:r>
          <a:endParaRPr lang="en-SG" sz="1200" kern="1200" dirty="0">
            <a:latin typeface="Abadi" panose="020F0502020204030204" pitchFamily="34" charset="0"/>
          </a:endParaRPr>
        </a:p>
      </dsp:txBody>
      <dsp:txXfrm>
        <a:off x="131369" y="1350948"/>
        <a:ext cx="610470" cy="610470"/>
      </dsp:txXfrm>
    </dsp:sp>
    <dsp:sp modelId="{9226C955-E9FB-4E6B-BA23-B838C0FF5D44}">
      <dsp:nvSpPr>
        <dsp:cNvPr id="0" name=""/>
        <dsp:cNvSpPr/>
      </dsp:nvSpPr>
      <dsp:spPr>
        <a:xfrm>
          <a:off x="2702863" y="901519"/>
          <a:ext cx="1726673" cy="15093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latin typeface="Abadi" panose="020F0502020204030204" pitchFamily="34" charset="0"/>
            </a:rPr>
            <a:t>Protect &amp; Detect</a:t>
          </a:r>
        </a:p>
      </dsp:txBody>
      <dsp:txXfrm>
        <a:off x="3134531" y="1127918"/>
        <a:ext cx="841753" cy="1056531"/>
      </dsp:txXfrm>
    </dsp:sp>
    <dsp:sp modelId="{CC666CCD-920A-45AE-AB1C-73CF0355C800}">
      <dsp:nvSpPr>
        <dsp:cNvPr id="0" name=""/>
        <dsp:cNvSpPr/>
      </dsp:nvSpPr>
      <dsp:spPr>
        <a:xfrm>
          <a:off x="2271194" y="1224515"/>
          <a:ext cx="863336" cy="863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>
              <a:latin typeface="Abadi" panose="020F0502020204030204" pitchFamily="34" charset="0"/>
            </a:rPr>
            <a:t>Reconnaissance</a:t>
          </a:r>
          <a:endParaRPr lang="en-SG" sz="1200" kern="1200" dirty="0">
            <a:latin typeface="Abadi" panose="020F0502020204030204" pitchFamily="34" charset="0"/>
          </a:endParaRPr>
        </a:p>
      </dsp:txBody>
      <dsp:txXfrm>
        <a:off x="2397627" y="1350948"/>
        <a:ext cx="610470" cy="610470"/>
      </dsp:txXfrm>
    </dsp:sp>
    <dsp:sp modelId="{B6E492D9-CE1F-41AC-877D-DC60C0F38078}">
      <dsp:nvSpPr>
        <dsp:cNvPr id="0" name=""/>
        <dsp:cNvSpPr/>
      </dsp:nvSpPr>
      <dsp:spPr>
        <a:xfrm>
          <a:off x="4969121" y="901519"/>
          <a:ext cx="1726673" cy="15093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latin typeface="Abadi" panose="020F0502020204030204" pitchFamily="34" charset="0"/>
            </a:rPr>
            <a:t>Detect</a:t>
          </a:r>
        </a:p>
      </dsp:txBody>
      <dsp:txXfrm>
        <a:off x="5400789" y="1127918"/>
        <a:ext cx="841753" cy="1056531"/>
      </dsp:txXfrm>
    </dsp:sp>
    <dsp:sp modelId="{2B544A50-05E1-49AF-8AFF-B95C86B7B0A3}">
      <dsp:nvSpPr>
        <dsp:cNvPr id="0" name=""/>
        <dsp:cNvSpPr/>
      </dsp:nvSpPr>
      <dsp:spPr>
        <a:xfrm>
          <a:off x="4537453" y="1224515"/>
          <a:ext cx="863336" cy="863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>
              <a:latin typeface="Abadi" panose="020F0502020204030204" pitchFamily="34" charset="0"/>
            </a:rPr>
            <a:t>Exploitation</a:t>
          </a:r>
          <a:endParaRPr lang="en-SG" sz="1200" kern="1200" dirty="0">
            <a:latin typeface="Abadi" panose="020F0502020204030204" pitchFamily="34" charset="0"/>
          </a:endParaRPr>
        </a:p>
      </dsp:txBody>
      <dsp:txXfrm>
        <a:off x="4663886" y="1350948"/>
        <a:ext cx="610470" cy="610470"/>
      </dsp:txXfrm>
    </dsp:sp>
    <dsp:sp modelId="{9BC9C730-A31F-48D8-8321-502ABEBBC600}">
      <dsp:nvSpPr>
        <dsp:cNvPr id="0" name=""/>
        <dsp:cNvSpPr/>
      </dsp:nvSpPr>
      <dsp:spPr>
        <a:xfrm>
          <a:off x="7235380" y="901519"/>
          <a:ext cx="1726673" cy="15093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>
              <a:latin typeface="Abadi" panose="020F0502020204030204" pitchFamily="34" charset="0"/>
            </a:rPr>
            <a:t>Respond</a:t>
          </a:r>
          <a:endParaRPr lang="en-SG" sz="1400" kern="1200" dirty="0">
            <a:latin typeface="Abadi" panose="020F0502020204030204" pitchFamily="34" charset="0"/>
          </a:endParaRPr>
        </a:p>
      </dsp:txBody>
      <dsp:txXfrm>
        <a:off x="7667048" y="1127918"/>
        <a:ext cx="841753" cy="1056531"/>
      </dsp:txXfrm>
    </dsp:sp>
    <dsp:sp modelId="{F395FDF2-C74D-4F62-B6CE-18EC8180F38B}">
      <dsp:nvSpPr>
        <dsp:cNvPr id="0" name=""/>
        <dsp:cNvSpPr/>
      </dsp:nvSpPr>
      <dsp:spPr>
        <a:xfrm>
          <a:off x="6803711" y="1224515"/>
          <a:ext cx="863336" cy="863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>
              <a:latin typeface="Abadi" panose="020F0502020204030204" pitchFamily="34" charset="0"/>
            </a:rPr>
            <a:t>Autonomous </a:t>
          </a:r>
          <a:r>
            <a:rPr lang="en-SG" sz="1200" b="1" i="0" kern="1200" dirty="0" err="1">
              <a:latin typeface="Abadi" panose="020F0502020204030204" pitchFamily="34" charset="0"/>
            </a:rPr>
            <a:t>Defense</a:t>
          </a:r>
          <a:endParaRPr lang="en-SG" sz="1200" kern="1200" dirty="0">
            <a:latin typeface="Abadi" panose="020F0502020204030204" pitchFamily="34" charset="0"/>
          </a:endParaRPr>
        </a:p>
      </dsp:txBody>
      <dsp:txXfrm>
        <a:off x="6930144" y="1350948"/>
        <a:ext cx="610470" cy="610470"/>
      </dsp:txXfrm>
    </dsp:sp>
    <dsp:sp modelId="{7A323995-F663-4E92-95B9-E22A658674DB}">
      <dsp:nvSpPr>
        <dsp:cNvPr id="0" name=""/>
        <dsp:cNvSpPr/>
      </dsp:nvSpPr>
      <dsp:spPr>
        <a:xfrm>
          <a:off x="9501638" y="901519"/>
          <a:ext cx="1726673" cy="15093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>
              <a:latin typeface="Abadi" panose="020F0502020204030204" pitchFamily="34" charset="0"/>
            </a:rPr>
            <a:t>Recover</a:t>
          </a:r>
          <a:endParaRPr lang="en-SG" sz="1400" kern="1200" dirty="0">
            <a:latin typeface="Abadi" panose="020F0502020204030204" pitchFamily="34" charset="0"/>
          </a:endParaRPr>
        </a:p>
      </dsp:txBody>
      <dsp:txXfrm>
        <a:off x="9933306" y="1127918"/>
        <a:ext cx="841753" cy="1056531"/>
      </dsp:txXfrm>
    </dsp:sp>
    <dsp:sp modelId="{B436B5D2-30B1-4391-9444-53A20921185E}">
      <dsp:nvSpPr>
        <dsp:cNvPr id="0" name=""/>
        <dsp:cNvSpPr/>
      </dsp:nvSpPr>
      <dsp:spPr>
        <a:xfrm>
          <a:off x="9069970" y="1224515"/>
          <a:ext cx="863336" cy="863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>
              <a:latin typeface="Abadi" panose="020F0502020204030204" pitchFamily="34" charset="0"/>
            </a:rPr>
            <a:t>Sanitization &amp; Reset</a:t>
          </a:r>
          <a:endParaRPr lang="en-SG" sz="1200" kern="1200" dirty="0">
            <a:latin typeface="Abadi" panose="020F0502020204030204" pitchFamily="34" charset="0"/>
          </a:endParaRPr>
        </a:p>
      </dsp:txBody>
      <dsp:txXfrm>
        <a:off x="9196403" y="1350948"/>
        <a:ext cx="610470" cy="6104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77E54-2333-4B85-8123-966F047814F7}">
      <dsp:nvSpPr>
        <dsp:cNvPr id="0" name=""/>
        <dsp:cNvSpPr/>
      </dsp:nvSpPr>
      <dsp:spPr>
        <a:xfrm>
          <a:off x="436604" y="901519"/>
          <a:ext cx="1726673" cy="15093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latin typeface="Abadi" panose="020F0502020204030204" pitchFamily="34" charset="0"/>
            </a:rPr>
            <a:t>Identify &amp; Protect</a:t>
          </a:r>
        </a:p>
      </dsp:txBody>
      <dsp:txXfrm>
        <a:off x="868273" y="1127918"/>
        <a:ext cx="841753" cy="1056531"/>
      </dsp:txXfrm>
    </dsp:sp>
    <dsp:sp modelId="{323C15C8-06E4-4696-AE4E-E5D2526E48F3}">
      <dsp:nvSpPr>
        <dsp:cNvPr id="0" name=""/>
        <dsp:cNvSpPr/>
      </dsp:nvSpPr>
      <dsp:spPr>
        <a:xfrm>
          <a:off x="4936" y="1224515"/>
          <a:ext cx="863336" cy="863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>
              <a:latin typeface="Abadi" panose="020F0502020204030204" pitchFamily="34" charset="0"/>
            </a:rPr>
            <a:t>Baseline Operations</a:t>
          </a:r>
          <a:endParaRPr lang="en-SG" sz="1200" kern="1200" dirty="0">
            <a:latin typeface="Abadi" panose="020F0502020204030204" pitchFamily="34" charset="0"/>
          </a:endParaRPr>
        </a:p>
      </dsp:txBody>
      <dsp:txXfrm>
        <a:off x="131369" y="1350948"/>
        <a:ext cx="610470" cy="610470"/>
      </dsp:txXfrm>
    </dsp:sp>
    <dsp:sp modelId="{9226C955-E9FB-4E6B-BA23-B838C0FF5D44}">
      <dsp:nvSpPr>
        <dsp:cNvPr id="0" name=""/>
        <dsp:cNvSpPr/>
      </dsp:nvSpPr>
      <dsp:spPr>
        <a:xfrm>
          <a:off x="2702863" y="901519"/>
          <a:ext cx="1726673" cy="15093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latin typeface="Abadi" panose="020F0502020204030204" pitchFamily="34" charset="0"/>
            </a:rPr>
            <a:t>Protect &amp; Detect</a:t>
          </a:r>
        </a:p>
      </dsp:txBody>
      <dsp:txXfrm>
        <a:off x="3134531" y="1127918"/>
        <a:ext cx="841753" cy="1056531"/>
      </dsp:txXfrm>
    </dsp:sp>
    <dsp:sp modelId="{CC666CCD-920A-45AE-AB1C-73CF0355C800}">
      <dsp:nvSpPr>
        <dsp:cNvPr id="0" name=""/>
        <dsp:cNvSpPr/>
      </dsp:nvSpPr>
      <dsp:spPr>
        <a:xfrm>
          <a:off x="2271194" y="1224515"/>
          <a:ext cx="863336" cy="863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>
              <a:latin typeface="Abadi" panose="020F0502020204030204" pitchFamily="34" charset="0"/>
            </a:rPr>
            <a:t>Reconnaissance</a:t>
          </a:r>
          <a:endParaRPr lang="en-SG" sz="1200" kern="1200" dirty="0">
            <a:latin typeface="Abadi" panose="020F0502020204030204" pitchFamily="34" charset="0"/>
          </a:endParaRPr>
        </a:p>
      </dsp:txBody>
      <dsp:txXfrm>
        <a:off x="2397627" y="1350948"/>
        <a:ext cx="610470" cy="610470"/>
      </dsp:txXfrm>
    </dsp:sp>
    <dsp:sp modelId="{B6E492D9-CE1F-41AC-877D-DC60C0F38078}">
      <dsp:nvSpPr>
        <dsp:cNvPr id="0" name=""/>
        <dsp:cNvSpPr/>
      </dsp:nvSpPr>
      <dsp:spPr>
        <a:xfrm>
          <a:off x="4969121" y="901519"/>
          <a:ext cx="1726673" cy="15093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>
              <a:latin typeface="Abadi" panose="020F0502020204030204" pitchFamily="34" charset="0"/>
            </a:rPr>
            <a:t>Detect</a:t>
          </a:r>
        </a:p>
      </dsp:txBody>
      <dsp:txXfrm>
        <a:off x="5400789" y="1127918"/>
        <a:ext cx="841753" cy="1056531"/>
      </dsp:txXfrm>
    </dsp:sp>
    <dsp:sp modelId="{2B544A50-05E1-49AF-8AFF-B95C86B7B0A3}">
      <dsp:nvSpPr>
        <dsp:cNvPr id="0" name=""/>
        <dsp:cNvSpPr/>
      </dsp:nvSpPr>
      <dsp:spPr>
        <a:xfrm>
          <a:off x="4537453" y="1224515"/>
          <a:ext cx="863336" cy="863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>
              <a:latin typeface="Abadi" panose="020F0502020204030204" pitchFamily="34" charset="0"/>
            </a:rPr>
            <a:t>Exploitation</a:t>
          </a:r>
          <a:endParaRPr lang="en-SG" sz="1200" kern="1200" dirty="0">
            <a:latin typeface="Abadi" panose="020F0502020204030204" pitchFamily="34" charset="0"/>
          </a:endParaRPr>
        </a:p>
      </dsp:txBody>
      <dsp:txXfrm>
        <a:off x="4663886" y="1350948"/>
        <a:ext cx="610470" cy="610470"/>
      </dsp:txXfrm>
    </dsp:sp>
    <dsp:sp modelId="{9BC9C730-A31F-48D8-8321-502ABEBBC600}">
      <dsp:nvSpPr>
        <dsp:cNvPr id="0" name=""/>
        <dsp:cNvSpPr/>
      </dsp:nvSpPr>
      <dsp:spPr>
        <a:xfrm>
          <a:off x="7235380" y="901519"/>
          <a:ext cx="1726673" cy="15093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>
              <a:latin typeface="Abadi" panose="020F0502020204030204" pitchFamily="34" charset="0"/>
            </a:rPr>
            <a:t>Respond</a:t>
          </a:r>
          <a:endParaRPr lang="en-SG" sz="1400" kern="1200" dirty="0">
            <a:latin typeface="Abadi" panose="020F0502020204030204" pitchFamily="34" charset="0"/>
          </a:endParaRPr>
        </a:p>
      </dsp:txBody>
      <dsp:txXfrm>
        <a:off x="7667048" y="1127918"/>
        <a:ext cx="841753" cy="1056531"/>
      </dsp:txXfrm>
    </dsp:sp>
    <dsp:sp modelId="{F395FDF2-C74D-4F62-B6CE-18EC8180F38B}">
      <dsp:nvSpPr>
        <dsp:cNvPr id="0" name=""/>
        <dsp:cNvSpPr/>
      </dsp:nvSpPr>
      <dsp:spPr>
        <a:xfrm>
          <a:off x="6803711" y="1224515"/>
          <a:ext cx="863336" cy="863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>
              <a:latin typeface="Abadi" panose="020F0502020204030204" pitchFamily="34" charset="0"/>
            </a:rPr>
            <a:t>Autonomous </a:t>
          </a:r>
          <a:r>
            <a:rPr lang="en-SG" sz="1200" b="1" i="0" kern="1200" dirty="0" err="1">
              <a:latin typeface="Abadi" panose="020F0502020204030204" pitchFamily="34" charset="0"/>
            </a:rPr>
            <a:t>Defense</a:t>
          </a:r>
          <a:endParaRPr lang="en-SG" sz="1200" kern="1200" dirty="0">
            <a:latin typeface="Abadi" panose="020F0502020204030204" pitchFamily="34" charset="0"/>
          </a:endParaRPr>
        </a:p>
      </dsp:txBody>
      <dsp:txXfrm>
        <a:off x="6930144" y="1350948"/>
        <a:ext cx="610470" cy="610470"/>
      </dsp:txXfrm>
    </dsp:sp>
    <dsp:sp modelId="{7A323995-F663-4E92-95B9-E22A658674DB}">
      <dsp:nvSpPr>
        <dsp:cNvPr id="0" name=""/>
        <dsp:cNvSpPr/>
      </dsp:nvSpPr>
      <dsp:spPr>
        <a:xfrm>
          <a:off x="9501638" y="901519"/>
          <a:ext cx="1726673" cy="15093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>
              <a:latin typeface="Abadi" panose="020F0502020204030204" pitchFamily="34" charset="0"/>
            </a:rPr>
            <a:t>Recover</a:t>
          </a:r>
          <a:endParaRPr lang="en-SG" sz="1400" kern="1200" dirty="0">
            <a:latin typeface="Abadi" panose="020F0502020204030204" pitchFamily="34" charset="0"/>
          </a:endParaRPr>
        </a:p>
      </dsp:txBody>
      <dsp:txXfrm>
        <a:off x="9933306" y="1127918"/>
        <a:ext cx="841753" cy="1056531"/>
      </dsp:txXfrm>
    </dsp:sp>
    <dsp:sp modelId="{B436B5D2-30B1-4391-9444-53A20921185E}">
      <dsp:nvSpPr>
        <dsp:cNvPr id="0" name=""/>
        <dsp:cNvSpPr/>
      </dsp:nvSpPr>
      <dsp:spPr>
        <a:xfrm>
          <a:off x="9069970" y="1224515"/>
          <a:ext cx="863336" cy="863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>
              <a:latin typeface="Abadi" panose="020F0502020204030204" pitchFamily="34" charset="0"/>
            </a:rPr>
            <a:t>Sanitization &amp; Reset</a:t>
          </a:r>
          <a:endParaRPr lang="en-SG" sz="1200" kern="1200" dirty="0">
            <a:latin typeface="Abadi" panose="020F0502020204030204" pitchFamily="34" charset="0"/>
          </a:endParaRPr>
        </a:p>
      </dsp:txBody>
      <dsp:txXfrm>
        <a:off x="9196403" y="1350948"/>
        <a:ext cx="610470" cy="610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"Welcome, everyone. To introduce our Enterprise IT Cyber Simulator, we look at the lifecycle of a modern cyber incident through a structured lens.</a:t>
            </a:r>
          </a:p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simulation progresses through five distinct phases that map directly to the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NIST Cybersecurity Framework (CSF)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standard. We begin at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0: Baseline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representing the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 and Protect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functions where we map assets and run normal grid operations.</a:t>
            </a:r>
          </a:p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adversary targets our perimeter in </a:t>
            </a:r>
            <a:b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1: Reconnaissance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our </a:t>
            </a:r>
            <a:r>
              <a:rPr lang="en-SG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defenses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attempt to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 and Detect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early probes. In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2: Exploitation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when a subsystem is breached, our focus shifts entirely to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telemetry events spike on our SIEM dashboard.</a:t>
            </a:r>
          </a:p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the breach is detected, the Blue Team triggers automated playbook containment in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3: Autonomous </a:t>
            </a:r>
            <a:r>
              <a:rPr lang="en-SG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Defense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—representing the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Respond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function, where the network segment is isolated to stop threat propagation. Finally, in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4: Sanitization &amp; Reset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demonstrate the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Recover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standard, rotating encryption keys and restoring firmware from verified golden images to return IT systems back to operational status."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55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8DAB7-0AF8-D670-609B-A5BA6B73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45D7D-B483-B883-102D-D099B8989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DC0F35-D736-2BE8-338C-044E27F87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F3BE5-A2C1-4B74-8183-F7A5D7B32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658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1F17-84B9-92E7-FB37-394A223D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7E547-BF0D-7074-81AC-4341BC631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DCEE1-24D9-636D-D0E3-DE9D4B022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"Welcome, everyone. To introduce our Smart City Cyber Simulator, we look at the lifecycle of a modern cyber incident through a structured lens.</a:t>
            </a:r>
          </a:p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simulation progresses through five distinct phases that map directly to the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NIST Cybersecurity Framework (CSF)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standard. We begin at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0: Baseline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representing the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 and Protect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functions where we map assets and run normal grid operations.</a:t>
            </a:r>
          </a:p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adversary targets our perimeter in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1: Reconnaissance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our </a:t>
            </a:r>
            <a:r>
              <a:rPr lang="en-SG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defenses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attempt to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 and Detect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early probes. In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2: Exploitation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when a subsystem is breached, our focus shifts entirely to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telemetry events spike on our SIEM dashboard.</a:t>
            </a:r>
          </a:p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the breach is detected, the Blue Team triggers automated playbook containment in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3: Autonomous </a:t>
            </a:r>
            <a:r>
              <a:rPr lang="en-SG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Defense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—representing the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Respond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function, where the network segment is isolated to stop threat propagation. Finally, in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4: Sanitization &amp; Reset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demonstrate the </a:t>
            </a:r>
            <a:r>
              <a:rPr lang="en-SG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Recover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standard, rotating encryption keys and restoring firmware from verified golden images to return municipal systems back to operational status."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68213-C8B0-1390-2EE5-AC237C8EA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4087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7/21/2026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41231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16407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55219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79682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01046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960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07171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60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5128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25280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0444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4405123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22134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39244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01683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80641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7371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9814657-813A-4D7B-A2F8-E573BA1645D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80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SG" dirty="0"/>
              <a:t>Interactive</a:t>
            </a:r>
            <a:br>
              <a:rPr lang="en-SG" dirty="0"/>
            </a:br>
            <a:r>
              <a:rPr lang="en-SG" dirty="0" err="1"/>
              <a:t>CyberSECURITY</a:t>
            </a:r>
            <a:r>
              <a:rPr lang="en-SG" dirty="0"/>
              <a:t> Range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1026334"/>
          </a:xfrm>
        </p:spPr>
        <p:txBody>
          <a:bodyPr>
            <a:normAutofit/>
          </a:bodyPr>
          <a:lstStyle/>
          <a:p>
            <a:r>
              <a:rPr lang="en-SG" dirty="0"/>
              <a:t>A real-time, interactive simulation displaying the progression of multi-stage cyber campaigns (Active Directory, Cloud Database, Email Phishing) against IT infrastructure and the subsequent automated incident response.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A63904-61F1-4C87-EFB0-2FE69CFB6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Bahnschrift SemiLight (Body)"/>
              </a:rPr>
              <a:t>Operational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B215-116D-5CF9-0651-0DAF61565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>
                <a:latin typeface="Bahnschrift SemiLight (Body)"/>
              </a:rPr>
              <a:t>Autonomous Orchestration: Demonstrates SOAR (Security Orchestration, Automation, and Response) containment.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>
                <a:latin typeface="Bahnschrift SemiLight (Body)"/>
              </a:rPr>
              <a:t>Interactive Prompts: Presents tactical decisions to modify attack routes or response controls.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>
                <a:latin typeface="Bahnschrift SemiLight (Body)"/>
              </a:rPr>
              <a:t>Capture the Flag (CTF) Challenges: Engages operators in decrypting live event logs and threat indicators.</a:t>
            </a:r>
          </a:p>
          <a:p>
            <a:endParaRPr lang="en-SG" dirty="0">
              <a:latin typeface="Bahnschrift Semi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4750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6E01F-6B3C-3B86-984E-13B0F3134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D4A3C6-39AF-A061-22FD-3E3AF242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SG" dirty="0">
                <a:latin typeface="Bahnschrift SemiLight (Body)"/>
              </a:rPr>
              <a:t>Phases Mapped to National Institute of Standards and Technology (</a:t>
            </a:r>
            <a:r>
              <a:rPr lang="en-US" dirty="0">
                <a:latin typeface="Bahnschrift SemiLight (Body)"/>
              </a:rPr>
              <a:t>NIST) Cybersecurity Framework</a:t>
            </a:r>
            <a:endParaRPr lang="en-SG" dirty="0">
              <a:latin typeface="Bahnschrift SemiLight (Body)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23F6A11-427D-0F92-01B0-CA630CFB30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0096"/>
              </p:ext>
            </p:extLst>
          </p:nvPr>
        </p:nvGraphicFramePr>
        <p:xfrm>
          <a:off x="335360" y="1772816"/>
          <a:ext cx="11233248" cy="331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49338EDC-E949-5EAB-098E-10A8244E80A1}"/>
              </a:ext>
            </a:extLst>
          </p:cNvPr>
          <p:cNvSpPr/>
          <p:nvPr/>
        </p:nvSpPr>
        <p:spPr>
          <a:xfrm>
            <a:off x="330243" y="4653136"/>
            <a:ext cx="2016224" cy="1152128"/>
          </a:xfrm>
          <a:prstGeom prst="wedgeRoundRectCallout">
            <a:avLst>
              <a:gd name="adj1" fmla="val -8677"/>
              <a:gd name="adj2" fmla="val -92960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dirty="0">
                <a:latin typeface="Abadi" panose="020F0502020204030204" pitchFamily="34" charset="0"/>
              </a:rPr>
              <a:t>Normal IT system activity &amp; steady-state monitoring.</a:t>
            </a: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CA76A13F-2E1B-158C-86C5-5573E28E0AC6}"/>
              </a:ext>
            </a:extLst>
          </p:cNvPr>
          <p:cNvSpPr/>
          <p:nvPr/>
        </p:nvSpPr>
        <p:spPr>
          <a:xfrm>
            <a:off x="2711624" y="4653136"/>
            <a:ext cx="2016224" cy="1152128"/>
          </a:xfrm>
          <a:prstGeom prst="wedgeRoundRectCallout">
            <a:avLst>
              <a:gd name="adj1" fmla="val -8677"/>
              <a:gd name="adj2" fmla="val -92960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badi" panose="020F0502020204030204" pitchFamily="34" charset="0"/>
              </a:rPr>
              <a:t>Attacker scans APIs, ports, and sends phishing emails.</a:t>
            </a:r>
            <a:endParaRPr lang="en-SG" sz="1600" dirty="0">
              <a:latin typeface="Abadi" panose="020F0502020204030204" pitchFamily="34" charset="0"/>
            </a:endParaRPr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ADF8093C-4E25-C556-F6B7-1331F30811FE}"/>
              </a:ext>
            </a:extLst>
          </p:cNvPr>
          <p:cNvSpPr/>
          <p:nvPr/>
        </p:nvSpPr>
        <p:spPr>
          <a:xfrm>
            <a:off x="5082773" y="4629785"/>
            <a:ext cx="2016224" cy="1152128"/>
          </a:xfrm>
          <a:prstGeom prst="wedgeRoundRectCallout">
            <a:avLst>
              <a:gd name="adj1" fmla="val -8677"/>
              <a:gd name="adj2" fmla="val -92960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dirty="0">
                <a:latin typeface="Abadi" panose="020F0502020204030204" pitchFamily="34" charset="0"/>
              </a:rPr>
              <a:t>Active compromise (e.g., Session hijack, SQL injection).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1020D1C4-2D4C-9534-5C1D-42B4AA451F6E}"/>
              </a:ext>
            </a:extLst>
          </p:cNvPr>
          <p:cNvSpPr/>
          <p:nvPr/>
        </p:nvSpPr>
        <p:spPr>
          <a:xfrm>
            <a:off x="7464154" y="4629785"/>
            <a:ext cx="2016224" cy="1152128"/>
          </a:xfrm>
          <a:prstGeom prst="wedgeRoundRectCallout">
            <a:avLst>
              <a:gd name="adj1" fmla="val -8677"/>
              <a:gd name="adj2" fmla="val -92960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dirty="0">
                <a:latin typeface="Abadi" panose="020F0502020204030204" pitchFamily="34" charset="0"/>
              </a:rPr>
              <a:t>SOAR quarantine and isolation protocols.</a:t>
            </a:r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F168EC3C-B3A8-4AF6-910C-CA937D1F93E2}"/>
              </a:ext>
            </a:extLst>
          </p:cNvPr>
          <p:cNvSpPr/>
          <p:nvPr/>
        </p:nvSpPr>
        <p:spPr>
          <a:xfrm>
            <a:off x="9729847" y="4628694"/>
            <a:ext cx="2016224" cy="1152128"/>
          </a:xfrm>
          <a:prstGeom prst="wedgeRoundRectCallout">
            <a:avLst>
              <a:gd name="adj1" fmla="val -8677"/>
              <a:gd name="adj2" fmla="val -92960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badi" panose="020F0502020204030204" pitchFamily="34" charset="0"/>
              </a:rPr>
              <a:t>Rotating keys, rotating threat index, cache clear.</a:t>
            </a:r>
            <a:endParaRPr lang="en-SG" sz="1600" dirty="0">
              <a:latin typeface="Abad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724075-2185-877E-481F-6DB02267681A}"/>
              </a:ext>
            </a:extLst>
          </p:cNvPr>
          <p:cNvSpPr txBox="1"/>
          <p:nvPr/>
        </p:nvSpPr>
        <p:spPr>
          <a:xfrm>
            <a:off x="7411253" y="6248541"/>
            <a:ext cx="4138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latin typeface="Abadi" panose="020B0604020104020204" pitchFamily="34" charset="0"/>
              </a:rPr>
              <a:t>Source: https://www.nist.gov/cyberframework</a:t>
            </a:r>
          </a:p>
        </p:txBody>
      </p:sp>
    </p:spTree>
    <p:extLst>
      <p:ext uri="{BB962C8B-B14F-4D97-AF65-F5344CB8AC3E}">
        <p14:creationId xmlns:p14="http://schemas.microsoft.com/office/powerpoint/2010/main" val="397935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42C9A-007C-6E50-5E14-A8F210FF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F96E32-1716-6B96-441D-BFA3DCDF9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SG" dirty="0"/>
              <a:t>Interactive Smart City </a:t>
            </a:r>
            <a:r>
              <a:rPr lang="en-SG" dirty="0" err="1"/>
              <a:t>CyberSECURITY</a:t>
            </a:r>
            <a:r>
              <a:rPr lang="en-SG" dirty="0"/>
              <a:t> Range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0DE0F7E-42E8-A934-8ACA-390E61887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1026334"/>
          </a:xfrm>
        </p:spPr>
        <p:txBody>
          <a:bodyPr>
            <a:normAutofit/>
          </a:bodyPr>
          <a:lstStyle/>
          <a:p>
            <a:r>
              <a:rPr lang="en-SG" dirty="0"/>
              <a:t>A real-time, interactive simulation displaying the progression of multi-stage cyber campaigns against OT infrastructure (Power Grid, Transit Loop, Hospital ER) and the subsequent automated incident response.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51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070F9-A1AA-751F-E22B-D7BD4B4B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19A8455-AA8A-BB37-3D96-4AFAFE87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Bahnschrift SemiLight (Body)"/>
              </a:rPr>
              <a:t>Operational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8A360-96CD-92A8-85A2-10242E089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>
                <a:latin typeface="Bahnschrift SemiLight (Body)"/>
              </a:rPr>
              <a:t>Autonomous Orchestration: Demonstrates SOAR (Security Orchestration, Automation, and Response) containment.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>
                <a:latin typeface="Bahnschrift SemiLight (Body)"/>
              </a:rPr>
              <a:t>Interactive Prompts: Presents tactical decisions to modify attack routes or response controls.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>
                <a:latin typeface="Bahnschrift SemiLight (Body)"/>
              </a:rPr>
              <a:t>Capture the Flag (CTF) Challenges: Engages operators in decrypting live event logs and threat indicators.</a:t>
            </a:r>
          </a:p>
          <a:p>
            <a:endParaRPr lang="en-SG" dirty="0">
              <a:latin typeface="Bahnschrift Semi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544220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32815-95BD-05B1-73F1-B51D4498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72059B8-00DB-8B4D-F2DC-D269F0EB7A2A}"/>
              </a:ext>
            </a:extLst>
          </p:cNvPr>
          <p:cNvGraphicFramePr/>
          <p:nvPr/>
        </p:nvGraphicFramePr>
        <p:xfrm>
          <a:off x="335360" y="1772816"/>
          <a:ext cx="11233248" cy="331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7F9CBF4F-3585-C779-393A-55DC1F452752}"/>
              </a:ext>
            </a:extLst>
          </p:cNvPr>
          <p:cNvSpPr/>
          <p:nvPr/>
        </p:nvSpPr>
        <p:spPr>
          <a:xfrm>
            <a:off x="330243" y="4653136"/>
            <a:ext cx="2016224" cy="1152128"/>
          </a:xfrm>
          <a:prstGeom prst="wedgeRoundRectCallout">
            <a:avLst>
              <a:gd name="adj1" fmla="val -8677"/>
              <a:gd name="adj2" fmla="val -92960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badi" panose="020F0502020204030204" pitchFamily="34" charset="0"/>
                <a:ea typeface="+mn-ea"/>
                <a:cs typeface="+mn-cs"/>
              </a:rPr>
              <a:t>Normal municipal activity &amp; steady-state monitoring.</a:t>
            </a: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79F62562-C29A-5B63-2007-47D40D9BC37D}"/>
              </a:ext>
            </a:extLst>
          </p:cNvPr>
          <p:cNvSpPr/>
          <p:nvPr/>
        </p:nvSpPr>
        <p:spPr>
          <a:xfrm>
            <a:off x="2711624" y="4653136"/>
            <a:ext cx="2016224" cy="1152128"/>
          </a:xfrm>
          <a:prstGeom prst="wedgeRoundRectCallout">
            <a:avLst>
              <a:gd name="adj1" fmla="val -8677"/>
              <a:gd name="adj2" fmla="val -92960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badi" panose="020F0502020204030204" pitchFamily="34" charset="0"/>
                <a:ea typeface="+mn-ea"/>
                <a:cs typeface="+mn-cs"/>
              </a:rPr>
              <a:t>Attacker scans APIs, ports, and sends phishing emails.</a:t>
            </a:r>
            <a:endParaRPr kumimoji="0" lang="en-SG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bad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048FF426-2E00-62F2-21CD-07D0A8DD65EE}"/>
              </a:ext>
            </a:extLst>
          </p:cNvPr>
          <p:cNvSpPr/>
          <p:nvPr/>
        </p:nvSpPr>
        <p:spPr>
          <a:xfrm>
            <a:off x="5082773" y="4629785"/>
            <a:ext cx="2016224" cy="1152128"/>
          </a:xfrm>
          <a:prstGeom prst="wedgeRoundRectCallout">
            <a:avLst>
              <a:gd name="adj1" fmla="val -8677"/>
              <a:gd name="adj2" fmla="val -92960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badi" panose="020F0502020204030204" pitchFamily="34" charset="0"/>
                <a:ea typeface="+mn-ea"/>
                <a:cs typeface="+mn-cs"/>
              </a:rPr>
              <a:t>Active compromise (e.g., PLC trip, API command injection).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64077502-FB8F-3A17-3A95-C59ED1778DE3}"/>
              </a:ext>
            </a:extLst>
          </p:cNvPr>
          <p:cNvSpPr/>
          <p:nvPr/>
        </p:nvSpPr>
        <p:spPr>
          <a:xfrm>
            <a:off x="7464154" y="4629785"/>
            <a:ext cx="2016224" cy="1152128"/>
          </a:xfrm>
          <a:prstGeom prst="wedgeRoundRectCallout">
            <a:avLst>
              <a:gd name="adj1" fmla="val -8677"/>
              <a:gd name="adj2" fmla="val -92960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badi" panose="020F0502020204030204" pitchFamily="34" charset="0"/>
                <a:ea typeface="+mn-ea"/>
                <a:cs typeface="+mn-cs"/>
              </a:rPr>
              <a:t>SOAR quarantine and isolation protocols.</a:t>
            </a:r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FA879C3F-E938-616E-8759-C50CA0796D1F}"/>
              </a:ext>
            </a:extLst>
          </p:cNvPr>
          <p:cNvSpPr/>
          <p:nvPr/>
        </p:nvSpPr>
        <p:spPr>
          <a:xfrm>
            <a:off x="9729847" y="4628694"/>
            <a:ext cx="2016224" cy="1152128"/>
          </a:xfrm>
          <a:prstGeom prst="wedgeRoundRectCallout">
            <a:avLst>
              <a:gd name="adj1" fmla="val -8677"/>
              <a:gd name="adj2" fmla="val -92960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badi" panose="020F0502020204030204" pitchFamily="34" charset="0"/>
                <a:ea typeface="+mn-ea"/>
                <a:cs typeface="+mn-cs"/>
              </a:rPr>
              <a:t>Rotating keys, rotating threat index, cache clear.</a:t>
            </a:r>
            <a:endParaRPr kumimoji="0" lang="en-SG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bad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52649F-EC67-403F-27CF-362134EFE6D9}"/>
              </a:ext>
            </a:extLst>
          </p:cNvPr>
          <p:cNvSpPr txBox="1"/>
          <p:nvPr/>
        </p:nvSpPr>
        <p:spPr>
          <a:xfrm>
            <a:off x="7411253" y="6248541"/>
            <a:ext cx="4138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latin typeface="Abadi" panose="020B0604020104020204" pitchFamily="34" charset="0"/>
              </a:rPr>
              <a:t>Source: https://www.nist.gov/cyberframework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E4A539F3-EE00-02F3-FB58-23E9454C1B6D}"/>
              </a:ext>
            </a:extLst>
          </p:cNvPr>
          <p:cNvSpPr txBox="1">
            <a:spLocks/>
          </p:cNvSpPr>
          <p:nvPr/>
        </p:nvSpPr>
        <p:spPr>
          <a:xfrm>
            <a:off x="1066195" y="7620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>
                <a:latin typeface="Bahnschrift SemiLight (Body)"/>
              </a:rPr>
              <a:t>Phases Mapped to National Institute of Standards and Technology (</a:t>
            </a:r>
            <a:r>
              <a:rPr lang="en-US">
                <a:latin typeface="Bahnschrift SemiLight (Body)"/>
              </a:rPr>
              <a:t>NIST) Cybersecurity Framework</a:t>
            </a:r>
            <a:endParaRPr lang="en-SG" dirty="0">
              <a:latin typeface="Bahnschrift Semi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107733517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{8F3E6D5F-11CA-41AE-BD4D-060631D42E26}0f45c1b8-b519-4737-8f12-a18148944ef7-TFfcaeb239-e0ad-43c4-9739-4084ddd7c62fe496f549_win32</Template>
  <TotalTime>10</TotalTime>
  <Words>747</Words>
  <Application>Microsoft Office PowerPoint</Application>
  <PresentationFormat>Widescreen</PresentationFormat>
  <Paragraphs>58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Abadi</vt:lpstr>
      <vt:lpstr>Aptos</vt:lpstr>
      <vt:lpstr>Arial</vt:lpstr>
      <vt:lpstr>Bahnschrift SemiLight</vt:lpstr>
      <vt:lpstr>Bahnschrift SemiLight (Body)</vt:lpstr>
      <vt:lpstr>Calisto MT</vt:lpstr>
      <vt:lpstr>Wingdings 2</vt:lpstr>
      <vt:lpstr>Blockwork elegance</vt:lpstr>
      <vt:lpstr>Slate</vt:lpstr>
      <vt:lpstr>Interactive CyberSECURITY Range</vt:lpstr>
      <vt:lpstr>Operational Modes</vt:lpstr>
      <vt:lpstr>Phases Mapped to National Institute of Standards and Technology (NIST) Cybersecurity Framework</vt:lpstr>
      <vt:lpstr>Interactive Smart City CyberSECURITY Range</vt:lpstr>
      <vt:lpstr>Operational Modes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Y L PANG (ITE)</dc:creator>
  <cp:lastModifiedBy>Eric Y L PANG (ITE)</cp:lastModifiedBy>
  <cp:revision>4</cp:revision>
  <dcterms:created xsi:type="dcterms:W3CDTF">2026-07-13T05:21:49Z</dcterms:created>
  <dcterms:modified xsi:type="dcterms:W3CDTF">2026-07-21T06:29:41Z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eefc09b6-5eeb-45a3-8489-5b9dd328deec_Enabled">
    <vt:lpwstr>true</vt:lpwstr>
  </property>
  <property fmtid="{D5CDD505-2E9C-101B-9397-08002B2CF9AE}" pid="5" name="MSIP_Label_eefc09b6-5eeb-45a3-8489-5b9dd328deec_SetDate">
    <vt:lpwstr>2026-07-13T06:21:46Z</vt:lpwstr>
  </property>
  <property fmtid="{D5CDD505-2E9C-101B-9397-08002B2CF9AE}" pid="6" name="MSIP_Label_eefc09b6-5eeb-45a3-8489-5b9dd328deec_Method">
    <vt:lpwstr>Privileged</vt:lpwstr>
  </property>
  <property fmtid="{D5CDD505-2E9C-101B-9397-08002B2CF9AE}" pid="7" name="MSIP_Label_eefc09b6-5eeb-45a3-8489-5b9dd328deec_Name">
    <vt:lpwstr>eefc09b6-5eeb-45a3-8489-5b9dd328deec</vt:lpwstr>
  </property>
  <property fmtid="{D5CDD505-2E9C-101B-9397-08002B2CF9AE}" pid="8" name="MSIP_Label_eefc09b6-5eeb-45a3-8489-5b9dd328deec_SiteId">
    <vt:lpwstr>13b42c8c-cbcf-4e3d-9d20-f55b7b5ee3c1</vt:lpwstr>
  </property>
  <property fmtid="{D5CDD505-2E9C-101B-9397-08002B2CF9AE}" pid="9" name="MSIP_Label_eefc09b6-5eeb-45a3-8489-5b9dd328deec_ActionId">
    <vt:lpwstr>11244d22-d425-4c5c-a75e-46f1393b6af1</vt:lpwstr>
  </property>
  <property fmtid="{D5CDD505-2E9C-101B-9397-08002B2CF9AE}" pid="10" name="MSIP_Label_eefc09b6-5eeb-45a3-8489-5b9dd328deec_ContentBits">
    <vt:lpwstr>0</vt:lpwstr>
  </property>
  <property fmtid="{D5CDD505-2E9C-101B-9397-08002B2CF9AE}" pid="11" name="MSIP_Label_eefc09b6-5eeb-45a3-8489-5b9dd328deec_Tag">
    <vt:lpwstr>10, 0, 1, 1</vt:lpwstr>
  </property>
</Properties>
</file>